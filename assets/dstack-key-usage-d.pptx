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3.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 id="2147483710" r:id="rId2"/>
  </p:sldMasterIdLst>
  <p:notesMasterIdLst>
    <p:notesMasterId r:id="rId8"/>
  </p:notesMasterIdLst>
  <p:sldIdLst>
    <p:sldId id="256" r:id="rId7"/>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40D1E"/>
    <a:srgbClr val="9013FE"/>
    <a:srgbClr val="1F90CC"/>
    <a:srgbClr val="434343"/>
    <a:srgbClr val="C40E02"/>
    <a:srgbClr val="FFFFFF"/>
    <a:srgbClr val="49CB40"/>
    <a:srgbClr val="C50E1F"/>
    <a:srgbClr val="B2B2B2"/>
    <a:srgbClr val="71717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973" autoAdjust="0"/>
    <p:restoredTop sz="96327"/>
  </p:normalViewPr>
  <p:slideViewPr>
    <p:cSldViewPr snapToGrid="0" snapToObjects="1">
      <p:cViewPr varScale="1">
        <p:scale>
          <a:sx n="81" d="100"/>
          <a:sy n="81" d="100"/>
        </p:scale>
        <p:origin x="542" y="48"/>
      </p:cViewPr>
      <p:guideLst/>
    </p:cSldViewPr>
  </p:slideViewPr>
  <p:notesTextViewPr>
    <p:cViewPr>
      <p:scale>
        <a:sx n="1" d="1"/>
        <a:sy n="1" d="1"/>
      </p:scale>
      <p:origin x="0" y="0"/>
    </p:cViewPr>
  </p:notesTextViewPr>
  <p:notesViewPr>
    <p:cSldViewPr snapToGrid="0" snapToObjects="1" showGuides="1">
      <p:cViewPr varScale="1">
        <p:scale>
          <a:sx n="153" d="100"/>
          <a:sy n="153" d="100"/>
        </p:scale>
        <p:origin x="4920" y="192"/>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0A6180F-3EA1-4748-B4F4-956BB5176995}" type="datetimeFigureOut">
              <a:rPr lang="de-DE" smtClean="0"/>
              <a:t>16.06.2025</a:t>
            </a:fld>
            <a:endParaRPr lang="de-DE"/>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13C3961-1900-1342-BF9B-82C3215CD312}" type="slidenum">
              <a:rPr lang="de-DE" smtClean="0"/>
              <a:t>‹Nr.›</a:t>
            </a:fld>
            <a:endParaRPr lang="de-DE"/>
          </a:p>
        </p:txBody>
      </p:sp>
    </p:spTree>
    <p:extLst>
      <p:ext uri="{BB962C8B-B14F-4D97-AF65-F5344CB8AC3E}">
        <p14:creationId xmlns:p14="http://schemas.microsoft.com/office/powerpoint/2010/main" val="8489311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a:t>Actor map: a worker holds separate keys for blockchain actions, model exchange, tool receipts, and inference evidence. The AES sealing key is internal custody of a randomly generated RSA key. Model payload bytes use separate symmetric encryption keys.</a:t>
            </a:r>
          </a:p>
          <a:p/>
          <a:p>
            <a:r>
              <a:rPr lang="en-US"/>
              <a:t>This slide expands the former key-derivation half into three distinct operational purposes. dstack KMS authorization and VITA-FL on-chain worker admission are separate checks. DeviceRegistry does not release the KMS secrets; the visual sequence of the two slides is explanatory, not a boot-order dependency.</a:t>
            </a:r>
          </a:p>
          <a:p/>
          <a:p>
            <a:r>
              <a:rPr lang="en-US"/>
              <a:t>The attested dstack KMS protects root material and authorizes the application under its workload policy. Within the guest, the application calls GetKey through /var/run/dstack.sock. The application root and requested derivation path scope the returned material. VITA-FL then applies purpose-specific derivation and context. Same image alone is insufficient to guarantee the same key: the application root/KMS context, path and additional derivation context must also remain stable. The optional GetKey purpose concerns signature-chain metadata; distinct paths separate key bytes. Returned material is available in workload memory and must be protected there.</a:t>
            </a:r>
          </a:p>
          <a:p/>
          <a:p>
            <a:r>
              <a:rPr lang="en-US"/>
              <a:t>ACTION SIGNING: vita-fl/participant-ethereum-action/v1 returns material used with HMAC-SHA-256 and participant, chain ID and DeviceRegistry address context to derive a valid secp256k1 scalar. The action authority signs authorized protocol transactions, is re-derived for signing, and is checked against the startup address. The action signer rejects value transfers.</a:t>
            </a:r>
          </a:p>
          <a:p/>
          <a:p>
            <a:r>
              <a:rPr lang="en-US"/>
              <a:t>MODEL-KEY CUSTODY: vita-fl/participant-rsa-wrap/v1 returns material from which HKDF-SHA-256 derives an AES-256-GCM wrapping key. The participant RSA-3072 key is generated randomly when sealed state does not exist; it is not deterministically derived from dstack. The AES key seals the PKCS#8 private key with participant identity as associated data. Existing sealed state is unsealed on restart. Stable RSA identity requires retaining that sealed state; re-deriving the wrapping key alone cannot recreate a lost random RSA key. The RSA key signs/decrypts model artifacts and allows the inference worker to decrypt the published model bundle. Persistent storage contains sealed state, while working PEM files reside in /run/vita-fl tmpfs.</a:t>
            </a:r>
          </a:p>
          <a:p/>
          <a:p>
            <a:r>
              <a:rPr lang="en-US"/>
              <a:t>RECEIPT SIGNING: The current Sello receiver uses vita-fl/sello/tee-inference/v1, with HMAC-SHA-256 and participant/chain/registry/service context producing an Ed25519 seed. The Python receiver independently derives the same signing identity. AIR evidence uses a separate master-thesis/air-v1 path and Ed25519 key. The two protocols do not share a single receipt key. Their detailed paths are left in notes so the slide can concentrate on the shared key-derivation principle.</a:t>
            </a:r>
          </a:p>
          <a:p/>
          <a:p>
            <a:r>
              <a:rPr lang="en-US"/>
              <a:t>The action authority, RSA public key and inference worker's Sello receipt public key are bound into quote REPORTDATA during DeviceRegistry enrollment, connecting these operational identities to the verified workload on the preceding slide. AIR binds its own receipt public key and manifest/request context in separate inference evidence. Private key bytes are not written into the registry.</a:t>
            </a:r>
          </a:p>
          <a:p/>
          <a:p>
            <a:r>
              <a:rPr lang="en-US"/>
              <a:t>Source map, local prototype checked 20 September 2026:</a:t>
            </a:r>
          </a:p>
          <a:p>
            <a:r>
              <a:rPr lang="en-US"/>
              <a:t>vita-fl/dfl/node_server/src/action_key.ts:10–11,65–101,185,217</a:t>
            </a:r>
          </a:p>
          <a:p>
            <a:r>
              <a:rPr lang="en-US"/>
              <a:t>vita-fl/dfl/node_server/src/participant_key.ts:14,81,164–178,247–279</a:t>
            </a:r>
          </a:p>
          <a:p>
            <a:r>
              <a:rPr lang="en-US"/>
              <a:t>vita-fl/dfl/node_server/src/sello_key.ts:5,61,92</a:t>
            </a:r>
          </a:p>
          <a:p>
            <a:r>
              <a:rPr lang="en-US"/>
              <a:t>vita-fl/agent_receipts/dstack_key.py:32,91</a:t>
            </a:r>
          </a:p>
          <a:p>
            <a:r>
              <a:rPr lang="en-US"/>
              <a:t>vita-fl/tee_inference/service/attestation.py:56–71</a:t>
            </a:r>
          </a:p>
          <a:p>
            <a:r>
              <a:rPr lang="en-US"/>
              <a:t>vita-fl/dfl/node_server/src/server.ts:1834–1866,2893–2915</a:t>
            </a:r>
          </a:p>
          <a:p>
            <a:r>
              <a:rPr lang="en-US"/>
              <a:t>vita-fl/smart_contracts/src/core/DeviceRegistry.sol:342–344</a:t>
            </a:r>
          </a:p>
          <a:p>
            <a:r>
              <a:rPr lang="en-US"/>
              <a:t>vita-fl/phala/README.md:460,477–484</a:t>
            </a:r>
          </a:p>
          <a:p/>
          <a:p/>
          <a:p>
            <a:r>
              <a:rPr lang="en-US"/>
              <a:t>Concrete uses reviewed for the alternatives: the secp256k1 action key signs protocol transactions, local-update commitments and aggregation statements. The random RSA-3072 key signs model packages and unwraps the symmetric encryption keys used for model transport. The derived AES-256-GCM sealing key protects RSA private-key state on disk; it is distinct from the fresh symmetric keys used to encrypt model bytes. Sello uses Ed25519 to sign receiver-created tool-action receipts submitted to the transparency log; AIR uses a separate Ed25519 key to sign inference evidence verified by the agent. The log proves recording; it does not independently prove computation. Public action, RSA and Sello identities are enrollment-bound; AIR has a separate inference-quote binding.</a:t>
            </a:r>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el - Text und Bild">
    <p:spTree>
      <p:nvGrpSpPr>
        <p:cNvPr id="1" name=""/>
        <p:cNvGrpSpPr/>
        <p:nvPr/>
      </p:nvGrpSpPr>
      <p:grpSpPr>
        <a:xfrm>
          <a:off x="0" y="0"/>
          <a:ext cx="0" cy="0"/>
          <a:chOff x="0" y="0"/>
          <a:chExt cx="0" cy="0"/>
        </a:xfrm>
      </p:grpSpPr>
      <p:sp>
        <p:nvSpPr>
          <p:cNvPr id="3" name="Bildplatzhalter 23">
            <a:extLst>
              <a:ext uri="{FF2B5EF4-FFF2-40B4-BE49-F238E27FC236}">
                <a16:creationId xmlns:a16="http://schemas.microsoft.com/office/drawing/2014/main" id="{9A036687-F2BF-7B4C-A352-6E1D355D125D}"/>
              </a:ext>
            </a:extLst>
          </p:cNvPr>
          <p:cNvSpPr>
            <a:spLocks noGrp="1"/>
          </p:cNvSpPr>
          <p:nvPr>
            <p:ph type="pic" sz="quarter" idx="17" hasCustomPrompt="1"/>
          </p:nvPr>
        </p:nvSpPr>
        <p:spPr>
          <a:xfrm>
            <a:off x="-6479" y="1260572"/>
            <a:ext cx="8885359" cy="3273604"/>
          </a:xfrm>
          <a:custGeom>
            <a:avLst/>
            <a:gdLst>
              <a:gd name="connsiteX0" fmla="*/ 0 w 8328660"/>
              <a:gd name="connsiteY0" fmla="*/ 0 h 3143274"/>
              <a:gd name="connsiteX1" fmla="*/ 8328660 w 8328660"/>
              <a:gd name="connsiteY1" fmla="*/ 0 h 3143274"/>
              <a:gd name="connsiteX2" fmla="*/ 8328660 w 8328660"/>
              <a:gd name="connsiteY2" fmla="*/ 3143274 h 3143274"/>
              <a:gd name="connsiteX3" fmla="*/ 0 w 8328660"/>
              <a:gd name="connsiteY3" fmla="*/ 3143274 h 3143274"/>
              <a:gd name="connsiteX4" fmla="*/ 0 w 8328660"/>
              <a:gd name="connsiteY4" fmla="*/ 0 h 3143274"/>
              <a:gd name="connsiteX0" fmla="*/ 0 w 8336280"/>
              <a:gd name="connsiteY0" fmla="*/ 601980 h 3745254"/>
              <a:gd name="connsiteX1" fmla="*/ 8336280 w 8336280"/>
              <a:gd name="connsiteY1" fmla="*/ 0 h 3745254"/>
              <a:gd name="connsiteX2" fmla="*/ 8328660 w 8336280"/>
              <a:gd name="connsiteY2" fmla="*/ 3745254 h 3745254"/>
              <a:gd name="connsiteX3" fmla="*/ 0 w 8336280"/>
              <a:gd name="connsiteY3" fmla="*/ 3745254 h 3745254"/>
              <a:gd name="connsiteX4" fmla="*/ 0 w 8336280"/>
              <a:gd name="connsiteY4" fmla="*/ 601980 h 3745254"/>
              <a:gd name="connsiteX0" fmla="*/ 0 w 8336280"/>
              <a:gd name="connsiteY0" fmla="*/ 601980 h 3745254"/>
              <a:gd name="connsiteX1" fmla="*/ 8336280 w 8336280"/>
              <a:gd name="connsiteY1" fmla="*/ 0 h 3745254"/>
              <a:gd name="connsiteX2" fmla="*/ 8321040 w 8336280"/>
              <a:gd name="connsiteY2" fmla="*/ 3242334 h 3745254"/>
              <a:gd name="connsiteX3" fmla="*/ 0 w 8336280"/>
              <a:gd name="connsiteY3" fmla="*/ 3745254 h 3745254"/>
              <a:gd name="connsiteX4" fmla="*/ 0 w 8336280"/>
              <a:gd name="connsiteY4" fmla="*/ 601980 h 3745254"/>
              <a:gd name="connsiteX0" fmla="*/ 0 w 8336280"/>
              <a:gd name="connsiteY0" fmla="*/ 286029 h 3429303"/>
              <a:gd name="connsiteX1" fmla="*/ 8336280 w 8336280"/>
              <a:gd name="connsiteY1" fmla="*/ 0 h 3429303"/>
              <a:gd name="connsiteX2" fmla="*/ 8321040 w 8336280"/>
              <a:gd name="connsiteY2" fmla="*/ 2926383 h 3429303"/>
              <a:gd name="connsiteX3" fmla="*/ 0 w 8336280"/>
              <a:gd name="connsiteY3" fmla="*/ 3429303 h 3429303"/>
              <a:gd name="connsiteX4" fmla="*/ 0 w 8336280"/>
              <a:gd name="connsiteY4" fmla="*/ 286029 h 3429303"/>
              <a:gd name="connsiteX0" fmla="*/ 0 w 8339997"/>
              <a:gd name="connsiteY0" fmla="*/ 312049 h 3429303"/>
              <a:gd name="connsiteX1" fmla="*/ 8339997 w 8339997"/>
              <a:gd name="connsiteY1" fmla="*/ 0 h 3429303"/>
              <a:gd name="connsiteX2" fmla="*/ 8324757 w 8339997"/>
              <a:gd name="connsiteY2" fmla="*/ 2926383 h 3429303"/>
              <a:gd name="connsiteX3" fmla="*/ 3717 w 8339997"/>
              <a:gd name="connsiteY3" fmla="*/ 3429303 h 3429303"/>
              <a:gd name="connsiteX4" fmla="*/ 0 w 8339997"/>
              <a:gd name="connsiteY4" fmla="*/ 312049 h 3429303"/>
              <a:gd name="connsiteX0" fmla="*/ 0 w 8343172"/>
              <a:gd name="connsiteY0" fmla="*/ 305699 h 3429303"/>
              <a:gd name="connsiteX1" fmla="*/ 8343172 w 8343172"/>
              <a:gd name="connsiteY1" fmla="*/ 0 h 3429303"/>
              <a:gd name="connsiteX2" fmla="*/ 8327932 w 8343172"/>
              <a:gd name="connsiteY2" fmla="*/ 2926383 h 3429303"/>
              <a:gd name="connsiteX3" fmla="*/ 6892 w 8343172"/>
              <a:gd name="connsiteY3" fmla="*/ 3429303 h 3429303"/>
              <a:gd name="connsiteX4" fmla="*/ 0 w 8343172"/>
              <a:gd name="connsiteY4" fmla="*/ 305699 h 3429303"/>
              <a:gd name="connsiteX0" fmla="*/ 0 w 8349522"/>
              <a:gd name="connsiteY0" fmla="*/ 308874 h 3429303"/>
              <a:gd name="connsiteX1" fmla="*/ 8349522 w 8349522"/>
              <a:gd name="connsiteY1" fmla="*/ 0 h 3429303"/>
              <a:gd name="connsiteX2" fmla="*/ 8334282 w 8349522"/>
              <a:gd name="connsiteY2" fmla="*/ 2926383 h 3429303"/>
              <a:gd name="connsiteX3" fmla="*/ 13242 w 8349522"/>
              <a:gd name="connsiteY3" fmla="*/ 3429303 h 3429303"/>
              <a:gd name="connsiteX4" fmla="*/ 0 w 8349522"/>
              <a:gd name="connsiteY4" fmla="*/ 308874 h 3429303"/>
              <a:gd name="connsiteX0" fmla="*/ 0 w 8352697"/>
              <a:gd name="connsiteY0" fmla="*/ 312049 h 3429303"/>
              <a:gd name="connsiteX1" fmla="*/ 8352697 w 8352697"/>
              <a:gd name="connsiteY1" fmla="*/ 0 h 3429303"/>
              <a:gd name="connsiteX2" fmla="*/ 8337457 w 8352697"/>
              <a:gd name="connsiteY2" fmla="*/ 2926383 h 3429303"/>
              <a:gd name="connsiteX3" fmla="*/ 16417 w 8352697"/>
              <a:gd name="connsiteY3" fmla="*/ 3429303 h 3429303"/>
              <a:gd name="connsiteX4" fmla="*/ 0 w 8352697"/>
              <a:gd name="connsiteY4" fmla="*/ 312049 h 3429303"/>
              <a:gd name="connsiteX0" fmla="*/ 0 w 8349522"/>
              <a:gd name="connsiteY0" fmla="*/ 302524 h 3429303"/>
              <a:gd name="connsiteX1" fmla="*/ 8349522 w 8349522"/>
              <a:gd name="connsiteY1" fmla="*/ 0 h 3429303"/>
              <a:gd name="connsiteX2" fmla="*/ 8334282 w 8349522"/>
              <a:gd name="connsiteY2" fmla="*/ 2926383 h 3429303"/>
              <a:gd name="connsiteX3" fmla="*/ 13242 w 8349522"/>
              <a:gd name="connsiteY3" fmla="*/ 3429303 h 3429303"/>
              <a:gd name="connsiteX4" fmla="*/ 0 w 8349522"/>
              <a:gd name="connsiteY4" fmla="*/ 302524 h 3429303"/>
              <a:gd name="connsiteX0" fmla="*/ 0 w 8349522"/>
              <a:gd name="connsiteY0" fmla="*/ 302524 h 3226103"/>
              <a:gd name="connsiteX1" fmla="*/ 8349522 w 8349522"/>
              <a:gd name="connsiteY1" fmla="*/ 0 h 3226103"/>
              <a:gd name="connsiteX2" fmla="*/ 8334282 w 8349522"/>
              <a:gd name="connsiteY2" fmla="*/ 2926383 h 3226103"/>
              <a:gd name="connsiteX3" fmla="*/ 13242 w 8349522"/>
              <a:gd name="connsiteY3" fmla="*/ 3226103 h 3226103"/>
              <a:gd name="connsiteX4" fmla="*/ 0 w 8349522"/>
              <a:gd name="connsiteY4" fmla="*/ 302524 h 3226103"/>
              <a:gd name="connsiteX0" fmla="*/ 0 w 8883911"/>
              <a:gd name="connsiteY0" fmla="*/ 326274 h 3226103"/>
              <a:gd name="connsiteX1" fmla="*/ 8883911 w 8883911"/>
              <a:gd name="connsiteY1" fmla="*/ 0 h 3226103"/>
              <a:gd name="connsiteX2" fmla="*/ 8868671 w 8883911"/>
              <a:gd name="connsiteY2" fmla="*/ 2926383 h 3226103"/>
              <a:gd name="connsiteX3" fmla="*/ 547631 w 8883911"/>
              <a:gd name="connsiteY3" fmla="*/ 3226103 h 3226103"/>
              <a:gd name="connsiteX4" fmla="*/ 0 w 8883911"/>
              <a:gd name="connsiteY4" fmla="*/ 326274 h 3226103"/>
              <a:gd name="connsiteX0" fmla="*/ 0 w 8872036"/>
              <a:gd name="connsiteY0" fmla="*/ 326274 h 3226103"/>
              <a:gd name="connsiteX1" fmla="*/ 8872036 w 8872036"/>
              <a:gd name="connsiteY1" fmla="*/ 0 h 3226103"/>
              <a:gd name="connsiteX2" fmla="*/ 8856796 w 8872036"/>
              <a:gd name="connsiteY2" fmla="*/ 2926383 h 3226103"/>
              <a:gd name="connsiteX3" fmla="*/ 535756 w 8872036"/>
              <a:gd name="connsiteY3" fmla="*/ 3226103 h 3226103"/>
              <a:gd name="connsiteX4" fmla="*/ 0 w 8872036"/>
              <a:gd name="connsiteY4" fmla="*/ 326274 h 3226103"/>
              <a:gd name="connsiteX0" fmla="*/ 34357 w 8906393"/>
              <a:gd name="connsiteY0" fmla="*/ 326274 h 3273604"/>
              <a:gd name="connsiteX1" fmla="*/ 8906393 w 8906393"/>
              <a:gd name="connsiteY1" fmla="*/ 0 h 3273604"/>
              <a:gd name="connsiteX2" fmla="*/ 8891153 w 8906393"/>
              <a:gd name="connsiteY2" fmla="*/ 2926383 h 3273604"/>
              <a:gd name="connsiteX3" fmla="*/ 98 w 8906393"/>
              <a:gd name="connsiteY3" fmla="*/ 3273604 h 3273604"/>
              <a:gd name="connsiteX4" fmla="*/ 34357 w 8906393"/>
              <a:gd name="connsiteY4" fmla="*/ 326274 h 3273604"/>
              <a:gd name="connsiteX0" fmla="*/ 0 w 8907662"/>
              <a:gd name="connsiteY0" fmla="*/ 338149 h 3273604"/>
              <a:gd name="connsiteX1" fmla="*/ 8907662 w 8907662"/>
              <a:gd name="connsiteY1" fmla="*/ 0 h 3273604"/>
              <a:gd name="connsiteX2" fmla="*/ 8892422 w 8907662"/>
              <a:gd name="connsiteY2" fmla="*/ 2926383 h 3273604"/>
              <a:gd name="connsiteX3" fmla="*/ 1367 w 8907662"/>
              <a:gd name="connsiteY3" fmla="*/ 3273604 h 3273604"/>
              <a:gd name="connsiteX4" fmla="*/ 0 w 8907662"/>
              <a:gd name="connsiteY4" fmla="*/ 338149 h 3273604"/>
              <a:gd name="connsiteX0" fmla="*/ 0 w 8907662"/>
              <a:gd name="connsiteY0" fmla="*/ 338149 h 3273604"/>
              <a:gd name="connsiteX1" fmla="*/ 8907662 w 8907662"/>
              <a:gd name="connsiteY1" fmla="*/ 0 h 3273604"/>
              <a:gd name="connsiteX2" fmla="*/ 8892422 w 8907662"/>
              <a:gd name="connsiteY2" fmla="*/ 2926383 h 3273604"/>
              <a:gd name="connsiteX3" fmla="*/ 32591 w 8907662"/>
              <a:gd name="connsiteY3" fmla="*/ 3273604 h 3273604"/>
              <a:gd name="connsiteX4" fmla="*/ 0 w 8907662"/>
              <a:gd name="connsiteY4" fmla="*/ 338149 h 3273604"/>
              <a:gd name="connsiteX0" fmla="*/ 0 w 8885359"/>
              <a:gd name="connsiteY0" fmla="*/ 338149 h 3273604"/>
              <a:gd name="connsiteX1" fmla="*/ 8885359 w 8885359"/>
              <a:gd name="connsiteY1" fmla="*/ 0 h 3273604"/>
              <a:gd name="connsiteX2" fmla="*/ 8870119 w 8885359"/>
              <a:gd name="connsiteY2" fmla="*/ 2926383 h 3273604"/>
              <a:gd name="connsiteX3" fmla="*/ 10288 w 8885359"/>
              <a:gd name="connsiteY3" fmla="*/ 3273604 h 3273604"/>
              <a:gd name="connsiteX4" fmla="*/ 0 w 8885359"/>
              <a:gd name="connsiteY4" fmla="*/ 338149 h 32736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85359" h="3273604">
                <a:moveTo>
                  <a:pt x="0" y="338149"/>
                </a:moveTo>
                <a:lnTo>
                  <a:pt x="8885359" y="0"/>
                </a:lnTo>
                <a:lnTo>
                  <a:pt x="8870119" y="2926383"/>
                </a:lnTo>
                <a:lnTo>
                  <a:pt x="10288" y="3273604"/>
                </a:lnTo>
                <a:cubicBezTo>
                  <a:pt x="7991" y="2232403"/>
                  <a:pt x="2297" y="1379350"/>
                  <a:pt x="0" y="338149"/>
                </a:cubicBezTo>
                <a:close/>
              </a:path>
            </a:pathLst>
          </a:custGeom>
          <a:solidFill>
            <a:srgbClr val="434343"/>
          </a:solidFill>
        </p:spPr>
        <p:txBody>
          <a:bodyPr lIns="576000" anchor="ctr" anchorCtr="0"/>
          <a:lstStyle>
            <a:lvl1pPr marL="0" indent="0" algn="ctr">
              <a:buNone/>
              <a:defRPr>
                <a:solidFill>
                  <a:schemeClr val="bg1"/>
                </a:solidFill>
                <a:latin typeface="Arial" panose="020B0604020202020204" pitchFamily="34" charset="0"/>
                <a:cs typeface="Arial" panose="020B0604020202020204" pitchFamily="34" charset="0"/>
              </a:defRPr>
            </a:lvl1pPr>
          </a:lstStyle>
          <a:p>
            <a:r>
              <a:rPr lang="de-DE" dirty="0"/>
              <a:t>Platzhalter: Bild Titelfolie</a:t>
            </a:r>
          </a:p>
        </p:txBody>
      </p:sp>
      <p:sp>
        <p:nvSpPr>
          <p:cNvPr id="4" name="Textfeld 3">
            <a:extLst>
              <a:ext uri="{FF2B5EF4-FFF2-40B4-BE49-F238E27FC236}">
                <a16:creationId xmlns:a16="http://schemas.microsoft.com/office/drawing/2014/main" id="{F18C730E-B3F8-944F-8BC2-E236CE7245E4}"/>
              </a:ext>
            </a:extLst>
          </p:cNvPr>
          <p:cNvSpPr txBox="1"/>
          <p:nvPr userDrawn="1"/>
        </p:nvSpPr>
        <p:spPr>
          <a:xfrm>
            <a:off x="-2031023" y="2620375"/>
            <a:ext cx="2021305" cy="1785104"/>
          </a:xfrm>
          <a:prstGeom prst="rect">
            <a:avLst/>
          </a:prstGeom>
          <a:noFill/>
        </p:spPr>
        <p:txBody>
          <a:bodyPr wrap="square" rtlCol="0">
            <a:spAutoFit/>
          </a:bodyPr>
          <a:lstStyle/>
          <a:p>
            <a:r>
              <a:rPr lang="de-DE" sz="1000" b="1" dirty="0">
                <a:latin typeface="Arial" panose="020B0604020202020204" pitchFamily="34" charset="0"/>
                <a:cs typeface="Arial" panose="020B0604020202020204" pitchFamily="34" charset="0"/>
              </a:rPr>
              <a:t>Platzhalterbild ersetzen:</a:t>
            </a:r>
            <a:br>
              <a:rPr lang="de-DE" sz="1000" b="1" dirty="0">
                <a:latin typeface="Arial" panose="020B0604020202020204" pitchFamily="34" charset="0"/>
                <a:cs typeface="Arial" panose="020B0604020202020204" pitchFamily="34" charset="0"/>
              </a:rPr>
            </a:br>
            <a:r>
              <a:rPr lang="de-DE" sz="1000" dirty="0">
                <a:latin typeface="Arial" panose="020B0604020202020204" pitchFamily="34" charset="0"/>
                <a:cs typeface="Arial" panose="020B0604020202020204" pitchFamily="34" charset="0"/>
              </a:rPr>
              <a:t>Bild löschen und durch neues Bild ersetzen &gt; über Bildformat &gt; Zuschneiden im Rahmen ggf. nachpositionieren</a:t>
            </a:r>
            <a:br>
              <a:rPr lang="de-DE" sz="1000" dirty="0">
                <a:latin typeface="Arial" panose="020B0604020202020204" pitchFamily="34" charset="0"/>
                <a:cs typeface="Arial" panose="020B0604020202020204" pitchFamily="34" charset="0"/>
              </a:rPr>
            </a:br>
            <a:br>
              <a:rPr lang="de-DE" sz="1000" dirty="0">
                <a:latin typeface="Arial" panose="020B0604020202020204" pitchFamily="34" charset="0"/>
                <a:cs typeface="Arial" panose="020B0604020202020204" pitchFamily="34" charset="0"/>
              </a:rPr>
            </a:br>
            <a:r>
              <a:rPr lang="de-DE" sz="1000" b="1" dirty="0">
                <a:latin typeface="Arial" panose="020B0604020202020204" pitchFamily="34" charset="0"/>
                <a:cs typeface="Arial" panose="020B0604020202020204" pitchFamily="34" charset="0"/>
              </a:rPr>
              <a:t>Copyrightangabe: </a:t>
            </a:r>
            <a:br>
              <a:rPr lang="de-DE" sz="1000" dirty="0">
                <a:latin typeface="Arial" panose="020B0604020202020204" pitchFamily="34" charset="0"/>
                <a:cs typeface="Arial" panose="020B0604020202020204" pitchFamily="34" charset="0"/>
              </a:rPr>
            </a:br>
            <a:r>
              <a:rPr lang="de-DE" sz="1000" dirty="0">
                <a:latin typeface="Arial" panose="020B0604020202020204" pitchFamily="34" charset="0"/>
                <a:cs typeface="Arial" panose="020B0604020202020204" pitchFamily="34" charset="0"/>
              </a:rPr>
              <a:t>Korrektes Copyright angeben (in der Regel Name des*der Fotograf*in), Textfarbe je nach Hintergrund weiß oder schwarz</a:t>
            </a:r>
          </a:p>
        </p:txBody>
      </p:sp>
      <p:sp>
        <p:nvSpPr>
          <p:cNvPr id="5" name="Textfeld 4">
            <a:extLst>
              <a:ext uri="{FF2B5EF4-FFF2-40B4-BE49-F238E27FC236}">
                <a16:creationId xmlns:a16="http://schemas.microsoft.com/office/drawing/2014/main" id="{A7B17960-7FEA-3C44-9F5C-B38F41DF0CD3}"/>
              </a:ext>
            </a:extLst>
          </p:cNvPr>
          <p:cNvSpPr txBox="1"/>
          <p:nvPr userDrawn="1"/>
        </p:nvSpPr>
        <p:spPr>
          <a:xfrm>
            <a:off x="9903" y="-313433"/>
            <a:ext cx="1703672" cy="246221"/>
          </a:xfrm>
          <a:prstGeom prst="rect">
            <a:avLst/>
          </a:prstGeom>
          <a:noFill/>
        </p:spPr>
        <p:txBody>
          <a:bodyPr wrap="square" rtlCol="0">
            <a:spAutoFit/>
          </a:bodyPr>
          <a:lstStyle/>
          <a:p>
            <a:r>
              <a:rPr lang="de-DE" sz="1000" dirty="0">
                <a:latin typeface="Arial" panose="020B0604020202020204" pitchFamily="34" charset="0"/>
                <a:cs typeface="Arial" panose="020B0604020202020204" pitchFamily="34" charset="0"/>
              </a:rPr>
              <a:t>V1: Titelfolie mit Bild</a:t>
            </a:r>
          </a:p>
        </p:txBody>
      </p:sp>
    </p:spTree>
    <p:extLst>
      <p:ext uri="{BB962C8B-B14F-4D97-AF65-F5344CB8AC3E}">
        <p14:creationId xmlns:p14="http://schemas.microsoft.com/office/powerpoint/2010/main" val="27569119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Titel - Text ">
    <p:spTree>
      <p:nvGrpSpPr>
        <p:cNvPr id="1" name=""/>
        <p:cNvGrpSpPr/>
        <p:nvPr/>
      </p:nvGrpSpPr>
      <p:grpSpPr>
        <a:xfrm>
          <a:off x="0" y="0"/>
          <a:ext cx="0" cy="0"/>
          <a:chOff x="0" y="0"/>
          <a:chExt cx="0" cy="0"/>
        </a:xfrm>
      </p:grpSpPr>
      <p:sp>
        <p:nvSpPr>
          <p:cNvPr id="5" name="Textfeld 4">
            <a:extLst>
              <a:ext uri="{FF2B5EF4-FFF2-40B4-BE49-F238E27FC236}">
                <a16:creationId xmlns:a16="http://schemas.microsoft.com/office/drawing/2014/main" id="{740704DC-2971-A248-9827-94150E3D8746}"/>
              </a:ext>
            </a:extLst>
          </p:cNvPr>
          <p:cNvSpPr txBox="1"/>
          <p:nvPr userDrawn="1"/>
        </p:nvSpPr>
        <p:spPr>
          <a:xfrm>
            <a:off x="9903" y="-313433"/>
            <a:ext cx="1703672" cy="246221"/>
          </a:xfrm>
          <a:prstGeom prst="rect">
            <a:avLst/>
          </a:prstGeom>
          <a:noFill/>
        </p:spPr>
        <p:txBody>
          <a:bodyPr wrap="square" rtlCol="0">
            <a:spAutoFit/>
          </a:bodyPr>
          <a:lstStyle/>
          <a:p>
            <a:r>
              <a:rPr lang="de-DE" sz="1000" dirty="0">
                <a:latin typeface="Arial" panose="020B0604020202020204" pitchFamily="34" charset="0"/>
                <a:cs typeface="Arial" panose="020B0604020202020204" pitchFamily="34" charset="0"/>
              </a:rPr>
              <a:t>V2: Titelfolie ohne Bild</a:t>
            </a:r>
          </a:p>
        </p:txBody>
      </p:sp>
    </p:spTree>
    <p:extLst>
      <p:ext uri="{BB962C8B-B14F-4D97-AF65-F5344CB8AC3E}">
        <p14:creationId xmlns:p14="http://schemas.microsoft.com/office/powerpoint/2010/main" val="15057043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_Inhalt - Text und Stichpunkte">
    <p:spTree>
      <p:nvGrpSpPr>
        <p:cNvPr id="1" name=""/>
        <p:cNvGrpSpPr/>
        <p:nvPr/>
      </p:nvGrpSpPr>
      <p:grpSpPr>
        <a:xfrm>
          <a:off x="0" y="0"/>
          <a:ext cx="0" cy="0"/>
          <a:chOff x="0" y="0"/>
          <a:chExt cx="0" cy="0"/>
        </a:xfrm>
      </p:grpSpPr>
      <p:sp>
        <p:nvSpPr>
          <p:cNvPr id="5" name="Textplatzhalter 5">
            <a:extLst>
              <a:ext uri="{FF2B5EF4-FFF2-40B4-BE49-F238E27FC236}">
                <a16:creationId xmlns:a16="http://schemas.microsoft.com/office/drawing/2014/main" id="{D7BD4116-72F8-7D4E-846E-4E9887F60C02}"/>
              </a:ext>
            </a:extLst>
          </p:cNvPr>
          <p:cNvSpPr>
            <a:spLocks noGrp="1"/>
          </p:cNvSpPr>
          <p:nvPr>
            <p:ph type="body" sz="quarter" idx="18" hasCustomPrompt="1"/>
          </p:nvPr>
        </p:nvSpPr>
        <p:spPr>
          <a:xfrm>
            <a:off x="550800" y="3175200"/>
            <a:ext cx="9721850" cy="2124075"/>
          </a:xfrm>
          <a:prstGeom prst="rect">
            <a:avLst/>
          </a:prstGeom>
        </p:spPr>
        <p:txBody>
          <a:bodyPr lIns="0" tIns="0"/>
          <a:lstStyle>
            <a:lvl1pPr marL="2286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1pPr>
            <a:lvl2pPr marL="6858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2pPr>
            <a:lvl3pPr marL="11430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3pPr>
            <a:lvl4pPr marL="16002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4pPr>
            <a:lvl5pPr marL="20574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5pPr>
          </a:lstStyle>
          <a:p>
            <a:pPr lvl="0"/>
            <a:r>
              <a:rPr lang="de-DE" dirty="0"/>
              <a:t>Aufzählung 1. Ebene Arial Regular 18 </a:t>
            </a:r>
            <a:r>
              <a:rPr lang="de-DE" dirty="0" err="1"/>
              <a:t>pt</a:t>
            </a:r>
            <a:r>
              <a:rPr lang="de-DE" dirty="0"/>
              <a:t>, ZA: 24 </a:t>
            </a:r>
            <a:r>
              <a:rPr lang="de-DE" dirty="0" err="1"/>
              <a:t>pt</a:t>
            </a:r>
            <a:endParaRPr lang="de-DE" dirty="0"/>
          </a:p>
          <a:p>
            <a:pPr lvl="1"/>
            <a:r>
              <a:rPr lang="de-DE" dirty="0"/>
              <a:t>2. Ebene</a:t>
            </a:r>
          </a:p>
          <a:p>
            <a:pPr lvl="2"/>
            <a:r>
              <a:rPr lang="de-DE" dirty="0"/>
              <a:t>3. Ebene</a:t>
            </a:r>
          </a:p>
          <a:p>
            <a:pPr lvl="3"/>
            <a:r>
              <a:rPr lang="de-DE" dirty="0"/>
              <a:t>4. Ebene</a:t>
            </a:r>
          </a:p>
          <a:p>
            <a:pPr lvl="4"/>
            <a:r>
              <a:rPr lang="de-DE" dirty="0"/>
              <a:t>5. Ebene</a:t>
            </a:r>
          </a:p>
        </p:txBody>
      </p:sp>
      <p:sp>
        <p:nvSpPr>
          <p:cNvPr id="6" name="Textplatzhalter 2">
            <a:extLst>
              <a:ext uri="{FF2B5EF4-FFF2-40B4-BE49-F238E27FC236}">
                <a16:creationId xmlns:a16="http://schemas.microsoft.com/office/drawing/2014/main" id="{9DAAF3EE-A5B2-F647-838D-0DFAACB4D556}"/>
              </a:ext>
            </a:extLst>
          </p:cNvPr>
          <p:cNvSpPr>
            <a:spLocks noGrp="1"/>
          </p:cNvSpPr>
          <p:nvPr>
            <p:ph type="body" sz="quarter" idx="17" hasCustomPrompt="1"/>
          </p:nvPr>
        </p:nvSpPr>
        <p:spPr>
          <a:xfrm>
            <a:off x="550800" y="1371600"/>
            <a:ext cx="9721850" cy="1526370"/>
          </a:xfrm>
          <a:prstGeom prst="rect">
            <a:avLst/>
          </a:prstGeom>
        </p:spPr>
        <p:txBody>
          <a:bodyPr lIns="0" tIns="0" rIns="0" bIns="0"/>
          <a:lstStyle>
            <a:lvl1pPr marL="0" indent="0">
              <a:lnSpc>
                <a:spcPts val="2400"/>
              </a:lnSpc>
              <a:spcBef>
                <a:spcPts val="0"/>
              </a:spcBef>
              <a:buNone/>
              <a:defRPr sz="1800">
                <a:solidFill>
                  <a:srgbClr val="434343"/>
                </a:solidFill>
                <a:latin typeface="Arial" panose="020B0604020202020204" pitchFamily="34" charset="0"/>
                <a:cs typeface="Arial" panose="020B0604020202020204" pitchFamily="34" charset="0"/>
              </a:defRPr>
            </a:lvl1pPr>
          </a:lstStyle>
          <a:p>
            <a:pPr lvl="0"/>
            <a:r>
              <a:rPr lang="de-DE" dirty="0"/>
              <a:t>Arial Regular 18pt, ZA: 24pt </a:t>
            </a:r>
            <a:r>
              <a:rPr lang="de-DE" dirty="0" err="1"/>
              <a:t>Lorem</a:t>
            </a:r>
            <a:r>
              <a:rPr lang="de-DE" dirty="0"/>
              <a:t> </a:t>
            </a:r>
            <a:r>
              <a:rPr lang="de-DE" dirty="0" err="1"/>
              <a:t>ipsum</a:t>
            </a:r>
            <a:r>
              <a:rPr lang="de-DE" dirty="0"/>
              <a:t> </a:t>
            </a:r>
            <a:r>
              <a:rPr lang="de-DE" dirty="0" err="1"/>
              <a:t>dolor</a:t>
            </a:r>
            <a:r>
              <a:rPr lang="de-DE" dirty="0"/>
              <a:t> </a:t>
            </a:r>
            <a:r>
              <a:rPr lang="de-DE" dirty="0" err="1"/>
              <a:t>sit</a:t>
            </a:r>
            <a:r>
              <a:rPr lang="de-DE" dirty="0"/>
              <a:t> </a:t>
            </a:r>
            <a:r>
              <a:rPr lang="de-DE" dirty="0" err="1"/>
              <a:t>amet</a:t>
            </a:r>
            <a:r>
              <a:rPr lang="de-DE" dirty="0"/>
              <a:t>, </a:t>
            </a:r>
            <a:r>
              <a:rPr lang="de-DE" dirty="0" err="1"/>
              <a:t>consetetur</a:t>
            </a:r>
            <a:r>
              <a:rPr lang="de-DE" dirty="0"/>
              <a:t> </a:t>
            </a:r>
            <a:r>
              <a:rPr lang="de-DE" dirty="0" err="1"/>
              <a:t>sadipscing</a:t>
            </a:r>
            <a:r>
              <a:rPr lang="de-DE" dirty="0"/>
              <a:t> </a:t>
            </a:r>
            <a:r>
              <a:rPr lang="de-DE" dirty="0" err="1"/>
              <a:t>elitr</a:t>
            </a:r>
            <a:r>
              <a:rPr lang="de-DE" dirty="0"/>
              <a:t>, sed </a:t>
            </a:r>
            <a:r>
              <a:rPr lang="de-DE" dirty="0" err="1"/>
              <a:t>diam</a:t>
            </a:r>
            <a:r>
              <a:rPr lang="de-DE" dirty="0"/>
              <a:t> </a:t>
            </a:r>
            <a:r>
              <a:rPr lang="de-DE" dirty="0" err="1"/>
              <a:t>nonumy</a:t>
            </a:r>
            <a:r>
              <a:rPr lang="de-DE" dirty="0"/>
              <a:t> </a:t>
            </a:r>
            <a:r>
              <a:rPr lang="de-DE" dirty="0" err="1"/>
              <a:t>eirmod</a:t>
            </a:r>
            <a:r>
              <a:rPr lang="de-DE" dirty="0"/>
              <a:t> </a:t>
            </a:r>
            <a:r>
              <a:rPr lang="de-DE" dirty="0" err="1"/>
              <a:t>tempor</a:t>
            </a:r>
            <a:r>
              <a:rPr lang="de-DE" dirty="0"/>
              <a:t> </a:t>
            </a:r>
            <a:r>
              <a:rPr lang="de-DE" dirty="0" err="1"/>
              <a:t>invidunt</a:t>
            </a:r>
            <a:r>
              <a:rPr lang="de-DE" dirty="0"/>
              <a:t> </a:t>
            </a:r>
            <a:r>
              <a:rPr lang="de-DE" dirty="0" err="1"/>
              <a:t>ut</a:t>
            </a:r>
            <a:r>
              <a:rPr lang="de-DE" dirty="0"/>
              <a:t> </a:t>
            </a:r>
            <a:r>
              <a:rPr lang="de-DE" dirty="0" err="1"/>
              <a:t>labore</a:t>
            </a:r>
            <a:r>
              <a:rPr lang="de-DE" dirty="0"/>
              <a:t> et </a:t>
            </a:r>
            <a:r>
              <a:rPr lang="de-DE" dirty="0" err="1"/>
              <a:t>dolore</a:t>
            </a:r>
            <a:r>
              <a:rPr lang="de-DE" dirty="0"/>
              <a:t> magna </a:t>
            </a:r>
            <a:r>
              <a:rPr lang="de-DE" dirty="0" err="1"/>
              <a:t>aliquyam</a:t>
            </a:r>
            <a:r>
              <a:rPr lang="de-DE" dirty="0"/>
              <a:t> erat, sed </a:t>
            </a:r>
            <a:r>
              <a:rPr lang="de-DE" dirty="0" err="1"/>
              <a:t>diam</a:t>
            </a:r>
            <a:r>
              <a:rPr lang="de-DE" dirty="0"/>
              <a:t> </a:t>
            </a:r>
            <a:r>
              <a:rPr lang="de-DE" dirty="0" err="1"/>
              <a:t>voluptua</a:t>
            </a:r>
            <a:r>
              <a:rPr lang="de-DE" dirty="0"/>
              <a:t>. At </a:t>
            </a:r>
            <a:r>
              <a:rPr lang="de-DE" dirty="0" err="1"/>
              <a:t>vero</a:t>
            </a:r>
            <a:r>
              <a:rPr lang="de-DE" dirty="0"/>
              <a:t> </a:t>
            </a:r>
            <a:r>
              <a:rPr lang="de-DE" dirty="0" err="1"/>
              <a:t>eos</a:t>
            </a:r>
            <a:r>
              <a:rPr lang="de-DE" dirty="0"/>
              <a:t> </a:t>
            </a:r>
            <a:r>
              <a:rPr lang="de-DE" dirty="0" err="1"/>
              <a:t>eirmod</a:t>
            </a:r>
            <a:r>
              <a:rPr lang="de-DE" dirty="0"/>
              <a:t> </a:t>
            </a:r>
            <a:r>
              <a:rPr lang="de-DE" dirty="0" err="1"/>
              <a:t>tempor</a:t>
            </a:r>
            <a:r>
              <a:rPr lang="de-DE" dirty="0"/>
              <a:t> </a:t>
            </a:r>
            <a:r>
              <a:rPr lang="de-DE" dirty="0" err="1"/>
              <a:t>invidunt</a:t>
            </a:r>
            <a:r>
              <a:rPr lang="de-DE" dirty="0"/>
              <a:t> </a:t>
            </a:r>
            <a:r>
              <a:rPr lang="de-DE" dirty="0" err="1"/>
              <a:t>ut</a:t>
            </a:r>
            <a:r>
              <a:rPr lang="de-DE" dirty="0"/>
              <a:t> </a:t>
            </a:r>
            <a:r>
              <a:rPr lang="de-DE" dirty="0" err="1"/>
              <a:t>labore</a:t>
            </a:r>
            <a:r>
              <a:rPr lang="de-DE" dirty="0"/>
              <a:t> et </a:t>
            </a:r>
            <a:r>
              <a:rPr lang="de-DE" dirty="0" err="1"/>
              <a:t>dolore</a:t>
            </a:r>
            <a:r>
              <a:rPr lang="de-DE" dirty="0"/>
              <a:t> magna </a:t>
            </a:r>
            <a:r>
              <a:rPr lang="de-DE" dirty="0" err="1"/>
              <a:t>aliquyam</a:t>
            </a:r>
            <a:r>
              <a:rPr lang="de-DE" dirty="0"/>
              <a:t> </a:t>
            </a:r>
            <a:r>
              <a:rPr lang="de-DE" dirty="0" err="1"/>
              <a:t>erat</a:t>
            </a:r>
            <a:r>
              <a:rPr lang="de-DE" dirty="0"/>
              <a:t>, </a:t>
            </a:r>
            <a:r>
              <a:rPr lang="de-DE" dirty="0" err="1"/>
              <a:t>sed</a:t>
            </a:r>
            <a:r>
              <a:rPr lang="de-DE" dirty="0"/>
              <a:t> </a:t>
            </a:r>
            <a:r>
              <a:rPr lang="de-DE" dirty="0" err="1"/>
              <a:t>diam</a:t>
            </a:r>
            <a:r>
              <a:rPr lang="de-DE" dirty="0"/>
              <a:t> </a:t>
            </a:r>
            <a:r>
              <a:rPr lang="de-DE" dirty="0" err="1"/>
              <a:t>voluptua</a:t>
            </a:r>
            <a:r>
              <a:rPr lang="de-DE" dirty="0"/>
              <a:t>. At </a:t>
            </a:r>
            <a:r>
              <a:rPr lang="de-DE" dirty="0" err="1"/>
              <a:t>vero</a:t>
            </a:r>
            <a:r>
              <a:rPr lang="de-DE" dirty="0"/>
              <a:t> </a:t>
            </a:r>
            <a:r>
              <a:rPr lang="de-DE" dirty="0" err="1"/>
              <a:t>eos</a:t>
            </a:r>
            <a:r>
              <a:rPr lang="de-DE" dirty="0"/>
              <a:t> et </a:t>
            </a:r>
            <a:r>
              <a:rPr lang="de-DE" dirty="0" err="1"/>
              <a:t>accusam</a:t>
            </a:r>
            <a:r>
              <a:rPr lang="de-DE" dirty="0"/>
              <a:t> et </a:t>
            </a:r>
            <a:r>
              <a:rPr lang="de-DE" dirty="0" err="1"/>
              <a:t>justo</a:t>
            </a:r>
            <a:r>
              <a:rPr lang="de-DE" dirty="0"/>
              <a:t> </a:t>
            </a:r>
            <a:r>
              <a:rPr lang="de-DE" dirty="0" err="1"/>
              <a:t>duo</a:t>
            </a:r>
            <a:r>
              <a:rPr lang="de-DE" dirty="0"/>
              <a:t> </a:t>
            </a:r>
            <a:r>
              <a:rPr lang="de-DE" dirty="0" err="1"/>
              <a:t>dolores</a:t>
            </a:r>
            <a:r>
              <a:rPr lang="de-DE" dirty="0"/>
              <a:t> et </a:t>
            </a:r>
            <a:r>
              <a:rPr lang="de-DE" dirty="0" err="1"/>
              <a:t>ea</a:t>
            </a:r>
            <a:r>
              <a:rPr lang="de-DE" dirty="0"/>
              <a:t> </a:t>
            </a:r>
            <a:r>
              <a:rPr lang="de-DE" dirty="0" err="1"/>
              <a:t>rebum</a:t>
            </a:r>
            <a:r>
              <a:rPr lang="de-DE" dirty="0"/>
              <a:t>. Stet </a:t>
            </a:r>
            <a:r>
              <a:rPr lang="de-DE" dirty="0" err="1"/>
              <a:t>clita</a:t>
            </a:r>
            <a:r>
              <a:rPr lang="de-DE" dirty="0"/>
              <a:t> </a:t>
            </a:r>
            <a:r>
              <a:rPr lang="de-DE" dirty="0" err="1"/>
              <a:t>kasd</a:t>
            </a:r>
            <a:r>
              <a:rPr lang="de-DE" dirty="0"/>
              <a:t> </a:t>
            </a:r>
            <a:r>
              <a:rPr lang="de-DE" dirty="0" err="1"/>
              <a:t>gubergren</a:t>
            </a:r>
            <a:r>
              <a:rPr lang="de-DE" dirty="0"/>
              <a:t>, </a:t>
            </a:r>
            <a:r>
              <a:rPr lang="de-DE" dirty="0" err="1"/>
              <a:t>no</a:t>
            </a:r>
            <a:r>
              <a:rPr lang="de-DE" dirty="0"/>
              <a:t> </a:t>
            </a:r>
            <a:r>
              <a:rPr lang="de-DE" dirty="0" err="1"/>
              <a:t>sea</a:t>
            </a:r>
            <a:r>
              <a:rPr lang="de-DE" dirty="0"/>
              <a:t> </a:t>
            </a:r>
            <a:r>
              <a:rPr lang="de-DE" dirty="0" err="1"/>
              <a:t>takimata</a:t>
            </a:r>
            <a:endParaRPr lang="de-DE" dirty="0"/>
          </a:p>
        </p:txBody>
      </p:sp>
      <p:sp>
        <p:nvSpPr>
          <p:cNvPr id="7" name="Textplatzhalter 17">
            <a:extLst>
              <a:ext uri="{FF2B5EF4-FFF2-40B4-BE49-F238E27FC236}">
                <a16:creationId xmlns:a16="http://schemas.microsoft.com/office/drawing/2014/main" id="{5B12DAD6-93EF-5042-858F-4BB3334F107E}"/>
              </a:ext>
            </a:extLst>
          </p:cNvPr>
          <p:cNvSpPr>
            <a:spLocks noGrp="1"/>
          </p:cNvSpPr>
          <p:nvPr>
            <p:ph type="body" sz="quarter" idx="14" hasCustomPrompt="1"/>
          </p:nvPr>
        </p:nvSpPr>
        <p:spPr>
          <a:xfrm>
            <a:off x="555867" y="396545"/>
            <a:ext cx="8311908" cy="717437"/>
          </a:xfrm>
          <a:prstGeom prst="rect">
            <a:avLst/>
          </a:prstGeom>
        </p:spPr>
        <p:txBody>
          <a:bodyPr lIns="0" tIns="0" rIns="0" bIns="0" anchor="b" anchorCtr="0"/>
          <a:lstStyle>
            <a:lvl1pPr marL="0" indent="0">
              <a:lnSpc>
                <a:spcPts val="2800"/>
              </a:lnSpc>
              <a:spcBef>
                <a:spcPts val="0"/>
              </a:spcBef>
              <a:buNone/>
              <a:defRPr sz="2400">
                <a:solidFill>
                  <a:srgbClr val="C40D1E"/>
                </a:solidFill>
                <a:latin typeface="Arial" panose="020B0604020202020204" pitchFamily="34" charset="0"/>
                <a:cs typeface="Arial" panose="020B0604020202020204" pitchFamily="34" charset="0"/>
              </a:defRPr>
            </a:lvl1pPr>
          </a:lstStyle>
          <a:p>
            <a:r>
              <a:rPr lang="de-DE" dirty="0"/>
              <a:t>Headline Arial Regular 24pt, ZA: 28pt</a:t>
            </a:r>
            <a:br>
              <a:rPr lang="de-DE" dirty="0"/>
            </a:br>
            <a:r>
              <a:rPr lang="de-DE" dirty="0"/>
              <a:t>optional 2-zeilig</a:t>
            </a:r>
          </a:p>
        </p:txBody>
      </p:sp>
    </p:spTree>
    <p:extLst>
      <p:ext uri="{BB962C8B-B14F-4D97-AF65-F5344CB8AC3E}">
        <p14:creationId xmlns:p14="http://schemas.microsoft.com/office/powerpoint/2010/main" val="14314736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4_Inhalt - Bild und Text">
    <p:spTree>
      <p:nvGrpSpPr>
        <p:cNvPr id="1" name=""/>
        <p:cNvGrpSpPr/>
        <p:nvPr/>
      </p:nvGrpSpPr>
      <p:grpSpPr>
        <a:xfrm>
          <a:off x="0" y="0"/>
          <a:ext cx="0" cy="0"/>
          <a:chOff x="0" y="0"/>
          <a:chExt cx="0" cy="0"/>
        </a:xfrm>
      </p:grpSpPr>
      <p:sp>
        <p:nvSpPr>
          <p:cNvPr id="5" name="Textplatzhalter 2">
            <a:extLst>
              <a:ext uri="{FF2B5EF4-FFF2-40B4-BE49-F238E27FC236}">
                <a16:creationId xmlns:a16="http://schemas.microsoft.com/office/drawing/2014/main" id="{55FA8C39-046E-E34F-8E80-7B9D099D728B}"/>
              </a:ext>
            </a:extLst>
          </p:cNvPr>
          <p:cNvSpPr>
            <a:spLocks noGrp="1"/>
          </p:cNvSpPr>
          <p:nvPr>
            <p:ph type="body" sz="quarter" idx="18" hasCustomPrompt="1"/>
          </p:nvPr>
        </p:nvSpPr>
        <p:spPr>
          <a:xfrm>
            <a:off x="6519600" y="1382400"/>
            <a:ext cx="3982945" cy="4093588"/>
          </a:xfrm>
          <a:prstGeom prst="rect">
            <a:avLst/>
          </a:prstGeom>
        </p:spPr>
        <p:txBody>
          <a:bodyPr lIns="0" tIns="0" rIns="0" bIns="0"/>
          <a:lstStyle>
            <a:lvl1pPr marL="0" indent="0">
              <a:lnSpc>
                <a:spcPts val="2400"/>
              </a:lnSpc>
              <a:spcBef>
                <a:spcPts val="0"/>
              </a:spcBef>
              <a:buNone/>
              <a:defRPr sz="1800">
                <a:solidFill>
                  <a:srgbClr val="434343"/>
                </a:solidFill>
                <a:latin typeface="Arial" panose="020B0604020202020204" pitchFamily="34" charset="0"/>
                <a:cs typeface="Arial" panose="020B0604020202020204" pitchFamily="34" charset="0"/>
              </a:defRPr>
            </a:lvl1pPr>
          </a:lstStyle>
          <a:p>
            <a:pPr lvl="0"/>
            <a:r>
              <a:rPr lang="de-DE" dirty="0"/>
              <a:t>Arial Regular 18pt, ZA: 24pt </a:t>
            </a:r>
            <a:br>
              <a:rPr lang="de-DE" dirty="0"/>
            </a:br>
            <a:r>
              <a:rPr lang="de-DE" dirty="0" err="1"/>
              <a:t>Lorem</a:t>
            </a:r>
            <a:r>
              <a:rPr lang="de-DE" dirty="0"/>
              <a:t> </a:t>
            </a:r>
            <a:r>
              <a:rPr lang="de-DE" dirty="0" err="1"/>
              <a:t>ipsum</a:t>
            </a:r>
            <a:r>
              <a:rPr lang="de-DE" dirty="0"/>
              <a:t> </a:t>
            </a:r>
            <a:r>
              <a:rPr lang="de-DE" dirty="0" err="1"/>
              <a:t>dolor</a:t>
            </a:r>
            <a:r>
              <a:rPr lang="de-DE" dirty="0"/>
              <a:t> </a:t>
            </a:r>
            <a:r>
              <a:rPr lang="de-DE" dirty="0" err="1"/>
              <a:t>sit</a:t>
            </a:r>
            <a:r>
              <a:rPr lang="de-DE" dirty="0"/>
              <a:t> </a:t>
            </a:r>
            <a:r>
              <a:rPr lang="de-DE" dirty="0" err="1"/>
              <a:t>amet</a:t>
            </a:r>
            <a:r>
              <a:rPr lang="de-DE" dirty="0"/>
              <a:t>, </a:t>
            </a:r>
            <a:r>
              <a:rPr lang="de-DE" dirty="0" err="1"/>
              <a:t>consetetur</a:t>
            </a:r>
            <a:r>
              <a:rPr lang="de-DE" dirty="0"/>
              <a:t> </a:t>
            </a:r>
            <a:r>
              <a:rPr lang="de-DE" dirty="0" err="1"/>
              <a:t>sadipscing</a:t>
            </a:r>
            <a:r>
              <a:rPr lang="de-DE" dirty="0"/>
              <a:t> </a:t>
            </a:r>
            <a:r>
              <a:rPr lang="de-DE" dirty="0" err="1"/>
              <a:t>elitr</a:t>
            </a:r>
            <a:r>
              <a:rPr lang="de-DE" dirty="0"/>
              <a:t>, sed </a:t>
            </a:r>
            <a:r>
              <a:rPr lang="de-DE" dirty="0" err="1"/>
              <a:t>diam</a:t>
            </a:r>
            <a:r>
              <a:rPr lang="de-DE" dirty="0"/>
              <a:t> </a:t>
            </a:r>
            <a:r>
              <a:rPr lang="de-DE" dirty="0" err="1"/>
              <a:t>nonumy</a:t>
            </a:r>
            <a:r>
              <a:rPr lang="de-DE" dirty="0"/>
              <a:t> </a:t>
            </a:r>
            <a:r>
              <a:rPr lang="de-DE" dirty="0" err="1"/>
              <a:t>eirmod</a:t>
            </a:r>
            <a:r>
              <a:rPr lang="de-DE" dirty="0"/>
              <a:t> </a:t>
            </a:r>
            <a:r>
              <a:rPr lang="de-DE" dirty="0" err="1"/>
              <a:t>tempor</a:t>
            </a:r>
            <a:r>
              <a:rPr lang="de-DE" dirty="0"/>
              <a:t> </a:t>
            </a:r>
            <a:r>
              <a:rPr lang="de-DE" dirty="0" err="1"/>
              <a:t>invidunt</a:t>
            </a:r>
            <a:r>
              <a:rPr lang="de-DE" dirty="0"/>
              <a:t> </a:t>
            </a:r>
            <a:r>
              <a:rPr lang="de-DE" dirty="0" err="1"/>
              <a:t>ut</a:t>
            </a:r>
            <a:r>
              <a:rPr lang="de-DE" dirty="0"/>
              <a:t> </a:t>
            </a:r>
            <a:r>
              <a:rPr lang="de-DE" dirty="0" err="1"/>
              <a:t>labore</a:t>
            </a:r>
            <a:r>
              <a:rPr lang="de-DE" dirty="0"/>
              <a:t> et </a:t>
            </a:r>
            <a:r>
              <a:rPr lang="de-DE" dirty="0" err="1"/>
              <a:t>dolore</a:t>
            </a:r>
            <a:r>
              <a:rPr lang="de-DE" dirty="0"/>
              <a:t> magna </a:t>
            </a:r>
            <a:r>
              <a:rPr lang="de-DE" dirty="0" err="1"/>
              <a:t>aliquyam</a:t>
            </a:r>
            <a:r>
              <a:rPr lang="de-DE" dirty="0"/>
              <a:t> erat, sed </a:t>
            </a:r>
            <a:r>
              <a:rPr lang="de-DE" dirty="0" err="1"/>
              <a:t>diam</a:t>
            </a:r>
            <a:r>
              <a:rPr lang="de-DE" dirty="0"/>
              <a:t> </a:t>
            </a:r>
            <a:r>
              <a:rPr lang="de-DE" dirty="0" err="1"/>
              <a:t>voluptua</a:t>
            </a:r>
            <a:r>
              <a:rPr lang="de-DE" dirty="0"/>
              <a:t>. At </a:t>
            </a:r>
            <a:r>
              <a:rPr lang="de-DE" dirty="0" err="1"/>
              <a:t>vero</a:t>
            </a:r>
            <a:r>
              <a:rPr lang="de-DE" dirty="0"/>
              <a:t> </a:t>
            </a:r>
            <a:r>
              <a:rPr lang="de-DE" dirty="0" err="1"/>
              <a:t>eos</a:t>
            </a:r>
            <a:r>
              <a:rPr lang="de-DE" dirty="0"/>
              <a:t> </a:t>
            </a:r>
            <a:r>
              <a:rPr lang="de-DE" dirty="0" err="1"/>
              <a:t>eirmod</a:t>
            </a:r>
            <a:r>
              <a:rPr lang="de-DE" dirty="0"/>
              <a:t> </a:t>
            </a:r>
            <a:r>
              <a:rPr lang="de-DE" dirty="0" err="1"/>
              <a:t>tempor</a:t>
            </a:r>
            <a:r>
              <a:rPr lang="de-DE" dirty="0"/>
              <a:t> </a:t>
            </a:r>
            <a:r>
              <a:rPr lang="de-DE" dirty="0" err="1"/>
              <a:t>invidunt</a:t>
            </a:r>
            <a:r>
              <a:rPr lang="de-DE" dirty="0"/>
              <a:t> </a:t>
            </a:r>
            <a:r>
              <a:rPr lang="de-DE" dirty="0" err="1"/>
              <a:t>ut</a:t>
            </a:r>
            <a:r>
              <a:rPr lang="de-DE" dirty="0"/>
              <a:t> </a:t>
            </a:r>
            <a:r>
              <a:rPr lang="de-DE" dirty="0" err="1"/>
              <a:t>labore</a:t>
            </a:r>
            <a:r>
              <a:rPr lang="de-DE" dirty="0"/>
              <a:t> et </a:t>
            </a:r>
            <a:r>
              <a:rPr lang="de-DE" dirty="0" err="1"/>
              <a:t>dolore</a:t>
            </a:r>
            <a:r>
              <a:rPr lang="de-DE" dirty="0"/>
              <a:t> magna </a:t>
            </a:r>
            <a:r>
              <a:rPr lang="de-DE" dirty="0" err="1"/>
              <a:t>aliquyam</a:t>
            </a:r>
            <a:r>
              <a:rPr lang="de-DE" dirty="0"/>
              <a:t> </a:t>
            </a:r>
            <a:r>
              <a:rPr lang="de-DE" dirty="0" err="1"/>
              <a:t>erat</a:t>
            </a:r>
            <a:r>
              <a:rPr lang="de-DE" dirty="0"/>
              <a:t>, </a:t>
            </a:r>
            <a:r>
              <a:rPr lang="de-DE" dirty="0" err="1"/>
              <a:t>sed</a:t>
            </a:r>
            <a:r>
              <a:rPr lang="de-DE" dirty="0"/>
              <a:t> </a:t>
            </a:r>
            <a:r>
              <a:rPr lang="de-DE" dirty="0" err="1"/>
              <a:t>diam</a:t>
            </a:r>
            <a:r>
              <a:rPr lang="de-DE" dirty="0"/>
              <a:t> </a:t>
            </a:r>
            <a:r>
              <a:rPr lang="de-DE" dirty="0" err="1"/>
              <a:t>voluptua</a:t>
            </a:r>
            <a:r>
              <a:rPr lang="de-DE" dirty="0"/>
              <a:t>. At </a:t>
            </a:r>
            <a:r>
              <a:rPr lang="de-DE" dirty="0" err="1"/>
              <a:t>vero</a:t>
            </a:r>
            <a:r>
              <a:rPr lang="de-DE" dirty="0"/>
              <a:t> </a:t>
            </a:r>
            <a:r>
              <a:rPr lang="de-DE" dirty="0" err="1"/>
              <a:t>eos</a:t>
            </a:r>
            <a:r>
              <a:rPr lang="de-DE" dirty="0"/>
              <a:t> et </a:t>
            </a:r>
            <a:r>
              <a:rPr lang="de-DE" dirty="0" err="1"/>
              <a:t>accusam</a:t>
            </a:r>
            <a:r>
              <a:rPr lang="de-DE" dirty="0"/>
              <a:t> et </a:t>
            </a:r>
            <a:r>
              <a:rPr lang="de-DE" dirty="0" err="1"/>
              <a:t>justo</a:t>
            </a:r>
            <a:r>
              <a:rPr lang="de-DE" dirty="0"/>
              <a:t> </a:t>
            </a:r>
            <a:r>
              <a:rPr lang="de-DE" dirty="0" err="1"/>
              <a:t>duo</a:t>
            </a:r>
            <a:r>
              <a:rPr lang="de-DE" dirty="0"/>
              <a:t> </a:t>
            </a:r>
            <a:r>
              <a:rPr lang="de-DE" dirty="0" err="1"/>
              <a:t>dolores</a:t>
            </a:r>
            <a:r>
              <a:rPr lang="de-DE" dirty="0"/>
              <a:t> et </a:t>
            </a:r>
            <a:r>
              <a:rPr lang="de-DE" dirty="0" err="1"/>
              <a:t>ea</a:t>
            </a:r>
            <a:r>
              <a:rPr lang="de-DE" dirty="0"/>
              <a:t> </a:t>
            </a:r>
            <a:r>
              <a:rPr lang="de-DE" dirty="0" err="1"/>
              <a:t>rebum</a:t>
            </a:r>
            <a:r>
              <a:rPr lang="de-DE" dirty="0"/>
              <a:t>. Stet </a:t>
            </a:r>
            <a:r>
              <a:rPr lang="de-DE" dirty="0" err="1"/>
              <a:t>clita</a:t>
            </a:r>
            <a:r>
              <a:rPr lang="de-DE" dirty="0"/>
              <a:t> </a:t>
            </a:r>
            <a:r>
              <a:rPr lang="de-DE" dirty="0" err="1"/>
              <a:t>kasd</a:t>
            </a:r>
            <a:r>
              <a:rPr lang="de-DE" dirty="0"/>
              <a:t> </a:t>
            </a:r>
            <a:r>
              <a:rPr lang="de-DE" dirty="0" err="1"/>
              <a:t>gubergren</a:t>
            </a:r>
            <a:r>
              <a:rPr lang="de-DE" dirty="0"/>
              <a:t>, </a:t>
            </a:r>
            <a:r>
              <a:rPr lang="de-DE" dirty="0" err="1"/>
              <a:t>no</a:t>
            </a:r>
            <a:r>
              <a:rPr lang="de-DE" dirty="0"/>
              <a:t> </a:t>
            </a:r>
            <a:r>
              <a:rPr lang="de-DE" dirty="0" err="1"/>
              <a:t>sea</a:t>
            </a:r>
            <a:r>
              <a:rPr lang="de-DE" dirty="0"/>
              <a:t> </a:t>
            </a:r>
            <a:r>
              <a:rPr lang="de-DE" dirty="0" err="1"/>
              <a:t>takimata</a:t>
            </a:r>
            <a:br>
              <a:rPr lang="de-DE" dirty="0"/>
            </a:br>
            <a:r>
              <a:rPr lang="de-DE" dirty="0"/>
              <a:t>sanctus </a:t>
            </a:r>
            <a:r>
              <a:rPr lang="de-DE" dirty="0" err="1"/>
              <a:t>est</a:t>
            </a:r>
            <a:r>
              <a:rPr lang="de-DE" dirty="0"/>
              <a:t> </a:t>
            </a:r>
            <a:r>
              <a:rPr lang="de-DE" dirty="0" err="1"/>
              <a:t>Lorem</a:t>
            </a:r>
            <a:r>
              <a:rPr lang="de-DE" dirty="0"/>
              <a:t> </a:t>
            </a:r>
            <a:r>
              <a:rPr lang="de-DE" dirty="0" err="1"/>
              <a:t>ipsum</a:t>
            </a:r>
            <a:r>
              <a:rPr lang="de-DE" dirty="0"/>
              <a:t> </a:t>
            </a:r>
            <a:r>
              <a:rPr lang="de-DE" dirty="0" err="1"/>
              <a:t>dolor</a:t>
            </a:r>
            <a:r>
              <a:rPr lang="de-DE" dirty="0"/>
              <a:t> </a:t>
            </a:r>
            <a:r>
              <a:rPr lang="de-DE" dirty="0" err="1"/>
              <a:t>sit</a:t>
            </a:r>
            <a:r>
              <a:rPr lang="de-DE" dirty="0"/>
              <a:t> </a:t>
            </a:r>
            <a:r>
              <a:rPr lang="de-DE" dirty="0" err="1"/>
              <a:t>amet</a:t>
            </a:r>
            <a:r>
              <a:rPr lang="de-DE" dirty="0"/>
              <a:t>. </a:t>
            </a:r>
            <a:r>
              <a:rPr lang="de-DE" dirty="0" err="1"/>
              <a:t>Lorem</a:t>
            </a:r>
            <a:r>
              <a:rPr lang="de-DE" dirty="0"/>
              <a:t> </a:t>
            </a:r>
            <a:r>
              <a:rPr lang="de-DE" dirty="0" err="1"/>
              <a:t>ipsum</a:t>
            </a:r>
            <a:endParaRPr lang="de-DE" dirty="0"/>
          </a:p>
        </p:txBody>
      </p:sp>
      <p:sp>
        <p:nvSpPr>
          <p:cNvPr id="6" name="Bildplatzhalter 2">
            <a:extLst>
              <a:ext uri="{FF2B5EF4-FFF2-40B4-BE49-F238E27FC236}">
                <a16:creationId xmlns:a16="http://schemas.microsoft.com/office/drawing/2014/main" id="{8BAC5633-896E-0F44-8840-CC87B5BE7045}"/>
              </a:ext>
            </a:extLst>
          </p:cNvPr>
          <p:cNvSpPr>
            <a:spLocks noGrp="1"/>
          </p:cNvSpPr>
          <p:nvPr>
            <p:ph type="pic" sz="quarter" idx="17" hasCustomPrompt="1"/>
          </p:nvPr>
        </p:nvSpPr>
        <p:spPr>
          <a:xfrm>
            <a:off x="550861" y="1381405"/>
            <a:ext cx="5545139" cy="4093589"/>
          </a:xfrm>
          <a:prstGeom prst="rect">
            <a:avLst/>
          </a:prstGeom>
          <a:solidFill>
            <a:srgbClr val="434343"/>
          </a:solidFill>
        </p:spPr>
        <p:txBody>
          <a:bodyPr anchor="ctr" anchorCtr="0"/>
          <a:lstStyle>
            <a:lvl1pPr marL="0" indent="0" algn="ctr">
              <a:buFontTx/>
              <a:buNone/>
              <a:defRPr>
                <a:solidFill>
                  <a:schemeClr val="bg1"/>
                </a:solidFill>
              </a:defRPr>
            </a:lvl1pPr>
          </a:lstStyle>
          <a:p>
            <a:r>
              <a:rPr lang="de-DE" dirty="0"/>
              <a:t>Platzhalter: Bild</a:t>
            </a:r>
          </a:p>
        </p:txBody>
      </p:sp>
      <p:sp>
        <p:nvSpPr>
          <p:cNvPr id="7" name="Textplatzhalter 17">
            <a:extLst>
              <a:ext uri="{FF2B5EF4-FFF2-40B4-BE49-F238E27FC236}">
                <a16:creationId xmlns:a16="http://schemas.microsoft.com/office/drawing/2014/main" id="{8B97D328-84F0-2C4A-BBAB-1E79CDFE9BBF}"/>
              </a:ext>
            </a:extLst>
          </p:cNvPr>
          <p:cNvSpPr>
            <a:spLocks noGrp="1"/>
          </p:cNvSpPr>
          <p:nvPr>
            <p:ph type="body" sz="quarter" idx="14" hasCustomPrompt="1"/>
          </p:nvPr>
        </p:nvSpPr>
        <p:spPr>
          <a:xfrm>
            <a:off x="555867" y="396545"/>
            <a:ext cx="8311908" cy="717437"/>
          </a:xfrm>
          <a:prstGeom prst="rect">
            <a:avLst/>
          </a:prstGeom>
        </p:spPr>
        <p:txBody>
          <a:bodyPr lIns="0" tIns="0" rIns="0" bIns="0" anchor="b" anchorCtr="0"/>
          <a:lstStyle>
            <a:lvl1pPr marL="0" indent="0">
              <a:lnSpc>
                <a:spcPts val="2800"/>
              </a:lnSpc>
              <a:spcBef>
                <a:spcPts val="0"/>
              </a:spcBef>
              <a:buNone/>
              <a:defRPr sz="2400">
                <a:solidFill>
                  <a:srgbClr val="C40D1E"/>
                </a:solidFill>
                <a:latin typeface="Arial" panose="020B0604020202020204" pitchFamily="34" charset="0"/>
                <a:cs typeface="Arial" panose="020B0604020202020204" pitchFamily="34" charset="0"/>
              </a:defRPr>
            </a:lvl1pPr>
          </a:lstStyle>
          <a:p>
            <a:r>
              <a:rPr lang="de-DE" dirty="0"/>
              <a:t>Headline Arial Regular 24pt, ZA: 28pt</a:t>
            </a:r>
            <a:br>
              <a:rPr lang="de-DE" dirty="0"/>
            </a:br>
            <a:r>
              <a:rPr lang="de-DE" dirty="0"/>
              <a:t>optional 2-zeilig</a:t>
            </a:r>
          </a:p>
        </p:txBody>
      </p:sp>
    </p:spTree>
    <p:extLst>
      <p:ext uri="{BB962C8B-B14F-4D97-AF65-F5344CB8AC3E}">
        <p14:creationId xmlns:p14="http://schemas.microsoft.com/office/powerpoint/2010/main" val="6643881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5_Inhalt - Bild und Stichpunkte">
    <p:spTree>
      <p:nvGrpSpPr>
        <p:cNvPr id="1" name=""/>
        <p:cNvGrpSpPr/>
        <p:nvPr/>
      </p:nvGrpSpPr>
      <p:grpSpPr>
        <a:xfrm>
          <a:off x="0" y="0"/>
          <a:ext cx="0" cy="0"/>
          <a:chOff x="0" y="0"/>
          <a:chExt cx="0" cy="0"/>
        </a:xfrm>
      </p:grpSpPr>
      <p:sp>
        <p:nvSpPr>
          <p:cNvPr id="5" name="Textplatzhalter 5">
            <a:extLst>
              <a:ext uri="{FF2B5EF4-FFF2-40B4-BE49-F238E27FC236}">
                <a16:creationId xmlns:a16="http://schemas.microsoft.com/office/drawing/2014/main" id="{9278302A-602E-374F-9D64-8FCFB4DC60C0}"/>
              </a:ext>
            </a:extLst>
          </p:cNvPr>
          <p:cNvSpPr>
            <a:spLocks noGrp="1"/>
          </p:cNvSpPr>
          <p:nvPr>
            <p:ph type="body" sz="quarter" idx="18" hasCustomPrompt="1"/>
          </p:nvPr>
        </p:nvSpPr>
        <p:spPr>
          <a:xfrm>
            <a:off x="6519600" y="1364399"/>
            <a:ext cx="3981600" cy="4111200"/>
          </a:xfrm>
          <a:prstGeom prst="rect">
            <a:avLst/>
          </a:prstGeom>
        </p:spPr>
        <p:txBody>
          <a:bodyPr lIns="0" tIns="0" rIns="0" bIns="0"/>
          <a:lstStyle>
            <a:lvl1pPr marL="2286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1pPr>
            <a:lvl2pPr marL="6858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2pPr>
            <a:lvl3pPr marL="11430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3pPr>
            <a:lvl4pPr marL="16002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4pPr>
            <a:lvl5pPr marL="20574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5pPr>
          </a:lstStyle>
          <a:p>
            <a:pPr lvl="0"/>
            <a:r>
              <a:rPr lang="de-DE" dirty="0"/>
              <a:t>Aufzählung 1. Ebene Arial Regular 18 </a:t>
            </a:r>
            <a:r>
              <a:rPr lang="de-DE" dirty="0" err="1"/>
              <a:t>pt</a:t>
            </a:r>
            <a:r>
              <a:rPr lang="de-DE" dirty="0"/>
              <a:t>, ZA: 24 </a:t>
            </a:r>
            <a:r>
              <a:rPr lang="de-DE" dirty="0" err="1"/>
              <a:t>pt</a:t>
            </a:r>
            <a:endParaRPr lang="de-DE" dirty="0"/>
          </a:p>
          <a:p>
            <a:pPr lvl="1"/>
            <a:r>
              <a:rPr lang="de-DE" dirty="0"/>
              <a:t>2. Ebene</a:t>
            </a:r>
          </a:p>
          <a:p>
            <a:pPr lvl="2"/>
            <a:r>
              <a:rPr lang="de-DE" dirty="0"/>
              <a:t>3. Ebene</a:t>
            </a:r>
          </a:p>
          <a:p>
            <a:pPr lvl="3"/>
            <a:r>
              <a:rPr lang="de-DE" dirty="0"/>
              <a:t>4. Ebene</a:t>
            </a:r>
          </a:p>
          <a:p>
            <a:pPr lvl="4"/>
            <a:r>
              <a:rPr lang="de-DE" dirty="0"/>
              <a:t>5. Ebene</a:t>
            </a:r>
          </a:p>
        </p:txBody>
      </p:sp>
      <p:sp>
        <p:nvSpPr>
          <p:cNvPr id="6" name="Bildplatzhalter 2">
            <a:extLst>
              <a:ext uri="{FF2B5EF4-FFF2-40B4-BE49-F238E27FC236}">
                <a16:creationId xmlns:a16="http://schemas.microsoft.com/office/drawing/2014/main" id="{07DD2921-214D-B547-93DD-EB9D2A99CCEE}"/>
              </a:ext>
            </a:extLst>
          </p:cNvPr>
          <p:cNvSpPr>
            <a:spLocks noGrp="1"/>
          </p:cNvSpPr>
          <p:nvPr>
            <p:ph type="pic" sz="quarter" idx="17" hasCustomPrompt="1"/>
          </p:nvPr>
        </p:nvSpPr>
        <p:spPr>
          <a:xfrm>
            <a:off x="550861" y="1381405"/>
            <a:ext cx="5545139" cy="4093589"/>
          </a:xfrm>
          <a:prstGeom prst="rect">
            <a:avLst/>
          </a:prstGeom>
          <a:solidFill>
            <a:srgbClr val="434343"/>
          </a:solidFill>
        </p:spPr>
        <p:txBody>
          <a:bodyPr anchor="ctr" anchorCtr="0"/>
          <a:lstStyle>
            <a:lvl1pPr marL="0" indent="0" algn="ctr">
              <a:buFontTx/>
              <a:buNone/>
              <a:defRPr>
                <a:solidFill>
                  <a:schemeClr val="bg1"/>
                </a:solidFill>
              </a:defRPr>
            </a:lvl1pPr>
          </a:lstStyle>
          <a:p>
            <a:r>
              <a:rPr lang="de-DE" dirty="0"/>
              <a:t>Platzhalter: Bild</a:t>
            </a:r>
          </a:p>
        </p:txBody>
      </p:sp>
      <p:sp>
        <p:nvSpPr>
          <p:cNvPr id="7" name="Textplatzhalter 17">
            <a:extLst>
              <a:ext uri="{FF2B5EF4-FFF2-40B4-BE49-F238E27FC236}">
                <a16:creationId xmlns:a16="http://schemas.microsoft.com/office/drawing/2014/main" id="{86E90AC2-BC99-614A-AF4F-584EF9915C55}"/>
              </a:ext>
            </a:extLst>
          </p:cNvPr>
          <p:cNvSpPr>
            <a:spLocks noGrp="1"/>
          </p:cNvSpPr>
          <p:nvPr>
            <p:ph type="body" sz="quarter" idx="14" hasCustomPrompt="1"/>
          </p:nvPr>
        </p:nvSpPr>
        <p:spPr>
          <a:xfrm>
            <a:off x="555867" y="396545"/>
            <a:ext cx="8311908" cy="717437"/>
          </a:xfrm>
          <a:prstGeom prst="rect">
            <a:avLst/>
          </a:prstGeom>
        </p:spPr>
        <p:txBody>
          <a:bodyPr lIns="0" tIns="0" rIns="0" bIns="0" anchor="b" anchorCtr="0"/>
          <a:lstStyle>
            <a:lvl1pPr marL="0" indent="0">
              <a:lnSpc>
                <a:spcPts val="2800"/>
              </a:lnSpc>
              <a:spcBef>
                <a:spcPts val="0"/>
              </a:spcBef>
              <a:buNone/>
              <a:defRPr sz="2400">
                <a:solidFill>
                  <a:srgbClr val="C40D1E"/>
                </a:solidFill>
                <a:latin typeface="Arial" panose="020B0604020202020204" pitchFamily="34" charset="0"/>
                <a:cs typeface="Arial" panose="020B0604020202020204" pitchFamily="34" charset="0"/>
              </a:defRPr>
            </a:lvl1pPr>
          </a:lstStyle>
          <a:p>
            <a:r>
              <a:rPr lang="de-DE" dirty="0"/>
              <a:t>Headline Arial Regular 24pt, ZA: 28pt</a:t>
            </a:r>
            <a:br>
              <a:rPr lang="de-DE" dirty="0"/>
            </a:br>
            <a:r>
              <a:rPr lang="de-DE" dirty="0"/>
              <a:t>optional 2-zeilig</a:t>
            </a:r>
          </a:p>
        </p:txBody>
      </p:sp>
    </p:spTree>
    <p:extLst>
      <p:ext uri="{BB962C8B-B14F-4D97-AF65-F5344CB8AC3E}">
        <p14:creationId xmlns:p14="http://schemas.microsoft.com/office/powerpoint/2010/main" val="3276434004"/>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 Id="rId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slideLayout" Target="../slideLayouts/slideLayout4.xml"/><Relationship Id="rId3" Type="http://schemas.openxmlformats.org/officeDocument/2006/relationships/slideLayout" Target="../slideLayouts/slideLayout5.xml"/><Relationship Id="rId4" Type="http://schemas.openxmlformats.org/officeDocument/2006/relationships/theme" Target="../theme/theme2.xml"/><Relationship Id="rId5" Type="http://schemas.openxmlformats.org/officeDocument/2006/relationships/image" Target="../media/image2.png"/><Relationship Id="rId6" Type="http://schemas.openxmlformats.org/officeDocument/2006/relationships/image" Target="../media/image3.svg"/><Relationship Id="rId7" Type="http://schemas.openxmlformats.org/officeDocument/2006/relationships/image" Target="../media/image4.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Rechteck 4">
            <a:extLst>
              <a:ext uri="{FF2B5EF4-FFF2-40B4-BE49-F238E27FC236}">
                <a16:creationId xmlns:a16="http://schemas.microsoft.com/office/drawing/2014/main" id="{B97C5655-F240-634C-9B7B-B6181A1B3AF5}"/>
              </a:ext>
            </a:extLst>
          </p:cNvPr>
          <p:cNvSpPr/>
          <p:nvPr userDrawn="1"/>
        </p:nvSpPr>
        <p:spPr>
          <a:xfrm>
            <a:off x="0" y="1668462"/>
            <a:ext cx="12192000" cy="5189537"/>
          </a:xfrm>
          <a:custGeom>
            <a:avLst/>
            <a:gdLst>
              <a:gd name="connsiteX0" fmla="*/ 0 w 12192000"/>
              <a:gd name="connsiteY0" fmla="*/ 0 h 4760912"/>
              <a:gd name="connsiteX1" fmla="*/ 12192000 w 12192000"/>
              <a:gd name="connsiteY1" fmla="*/ 0 h 4760912"/>
              <a:gd name="connsiteX2" fmla="*/ 12192000 w 12192000"/>
              <a:gd name="connsiteY2" fmla="*/ 4760912 h 4760912"/>
              <a:gd name="connsiteX3" fmla="*/ 0 w 12192000"/>
              <a:gd name="connsiteY3" fmla="*/ 4760912 h 4760912"/>
              <a:gd name="connsiteX4" fmla="*/ 0 w 12192000"/>
              <a:gd name="connsiteY4" fmla="*/ 0 h 4760912"/>
              <a:gd name="connsiteX0" fmla="*/ 0 w 12192000"/>
              <a:gd name="connsiteY0" fmla="*/ 212725 h 4973637"/>
              <a:gd name="connsiteX1" fmla="*/ 12192000 w 12192000"/>
              <a:gd name="connsiteY1" fmla="*/ 0 h 4973637"/>
              <a:gd name="connsiteX2" fmla="*/ 12192000 w 12192000"/>
              <a:gd name="connsiteY2" fmla="*/ 4973637 h 4973637"/>
              <a:gd name="connsiteX3" fmla="*/ 0 w 12192000"/>
              <a:gd name="connsiteY3" fmla="*/ 4973637 h 4973637"/>
              <a:gd name="connsiteX4" fmla="*/ 0 w 12192000"/>
              <a:gd name="connsiteY4" fmla="*/ 212725 h 4973637"/>
              <a:gd name="connsiteX0" fmla="*/ 0 w 12192000"/>
              <a:gd name="connsiteY0" fmla="*/ 428625 h 5189537"/>
              <a:gd name="connsiteX1" fmla="*/ 12192000 w 12192000"/>
              <a:gd name="connsiteY1" fmla="*/ 0 h 5189537"/>
              <a:gd name="connsiteX2" fmla="*/ 12192000 w 12192000"/>
              <a:gd name="connsiteY2" fmla="*/ 5189537 h 5189537"/>
              <a:gd name="connsiteX3" fmla="*/ 0 w 12192000"/>
              <a:gd name="connsiteY3" fmla="*/ 5189537 h 5189537"/>
              <a:gd name="connsiteX4" fmla="*/ 0 w 12192000"/>
              <a:gd name="connsiteY4" fmla="*/ 428625 h 51895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92000" h="5189537">
                <a:moveTo>
                  <a:pt x="0" y="428625"/>
                </a:moveTo>
                <a:lnTo>
                  <a:pt x="12192000" y="0"/>
                </a:lnTo>
                <a:lnTo>
                  <a:pt x="12192000" y="5189537"/>
                </a:lnTo>
                <a:lnTo>
                  <a:pt x="0" y="5189537"/>
                </a:lnTo>
                <a:lnTo>
                  <a:pt x="0" y="428625"/>
                </a:lnTo>
                <a:close/>
              </a:path>
            </a:pathLst>
          </a:custGeom>
          <a:solidFill>
            <a:srgbClr val="C40D1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7" name="Grafik 6">
            <a:extLst>
              <a:ext uri="{FF2B5EF4-FFF2-40B4-BE49-F238E27FC236}">
                <a16:creationId xmlns:a16="http://schemas.microsoft.com/office/drawing/2014/main" id="{F8DDEEBD-D00D-1249-9E02-EDC0548BFCAC}"/>
              </a:ext>
            </a:extLst>
          </p:cNvPr>
          <p:cNvPicPr>
            <a:picLocks noChangeAspect="1"/>
          </p:cNvPicPr>
          <p:nvPr userDrawn="1"/>
        </p:nvPicPr>
        <p:blipFill>
          <a:blip r:embed="rId4" cstate="screen">
            <a:extLst>
              <a:ext uri="{28A0092B-C50C-407E-A947-70E740481C1C}">
                <a14:useLocalDpi xmlns:a14="http://schemas.microsoft.com/office/drawing/2010/main"/>
              </a:ext>
            </a:extLst>
          </a:blip>
          <a:srcRect/>
          <a:stretch/>
        </p:blipFill>
        <p:spPr>
          <a:xfrm>
            <a:off x="9388168" y="378741"/>
            <a:ext cx="2250000" cy="774000"/>
          </a:xfrm>
          <a:prstGeom prst="rect">
            <a:avLst/>
          </a:prstGeom>
        </p:spPr>
      </p:pic>
      <p:sp>
        <p:nvSpPr>
          <p:cNvPr id="4" name="Textfeld 3">
            <a:extLst>
              <a:ext uri="{FF2B5EF4-FFF2-40B4-BE49-F238E27FC236}">
                <a16:creationId xmlns:a16="http://schemas.microsoft.com/office/drawing/2014/main" id="{0D20A730-187A-274D-A0E6-8412686F8775}"/>
              </a:ext>
            </a:extLst>
          </p:cNvPr>
          <p:cNvSpPr txBox="1"/>
          <p:nvPr userDrawn="1"/>
        </p:nvSpPr>
        <p:spPr>
          <a:xfrm>
            <a:off x="12292755" y="5534561"/>
            <a:ext cx="3102416" cy="1323439"/>
          </a:xfrm>
          <a:prstGeom prst="rect">
            <a:avLst/>
          </a:prstGeom>
          <a:noFill/>
        </p:spPr>
        <p:txBody>
          <a:bodyPr wrap="square" rtlCol="0">
            <a:spAutoFit/>
          </a:bodyPr>
          <a:lstStyle/>
          <a:p>
            <a:r>
              <a:rPr lang="de-DE" sz="1000" b="1" dirty="0">
                <a:latin typeface="Arial" panose="020B0604020202020204" pitchFamily="34" charset="0"/>
                <a:cs typeface="Arial" panose="020B0604020202020204" pitchFamily="34" charset="0"/>
              </a:rPr>
              <a:t>Titelseiten – Platzhalter für </a:t>
            </a:r>
            <a:r>
              <a:rPr lang="de-DE" sz="1000" b="1" dirty="0" err="1">
                <a:latin typeface="Arial" panose="020B0604020202020204" pitchFamily="34" charset="0"/>
                <a:cs typeface="Arial" panose="020B0604020202020204" pitchFamily="34" charset="0"/>
              </a:rPr>
              <a:t>Sublogo</a:t>
            </a:r>
            <a:r>
              <a:rPr lang="de-DE" sz="1000" b="1" dirty="0">
                <a:latin typeface="Arial" panose="020B0604020202020204" pitchFamily="34" charset="0"/>
                <a:cs typeface="Arial" panose="020B0604020202020204" pitchFamily="34" charset="0"/>
              </a:rPr>
              <a:t> ändern: </a:t>
            </a:r>
            <a:r>
              <a:rPr lang="de-DE" sz="1000" dirty="0">
                <a:latin typeface="Arial" panose="020B0604020202020204" pitchFamily="34" charset="0"/>
                <a:cs typeface="Arial" panose="020B0604020202020204" pitchFamily="34" charset="0"/>
              </a:rPr>
              <a:t>Direkt auf dieser Folie &gt; Bild anklicken &gt; Rechtsklick &gt; Bild einfügen</a:t>
            </a:r>
            <a:br>
              <a:rPr lang="de-DE" sz="1000" dirty="0">
                <a:latin typeface="Arial" panose="020B0604020202020204" pitchFamily="34" charset="0"/>
                <a:cs typeface="Arial" panose="020B0604020202020204" pitchFamily="34" charset="0"/>
              </a:rPr>
            </a:br>
            <a:br>
              <a:rPr lang="de-DE" sz="1000" dirty="0">
                <a:latin typeface="Arial" panose="020B0604020202020204" pitchFamily="34" charset="0"/>
                <a:cs typeface="Arial" panose="020B0604020202020204" pitchFamily="34" charset="0"/>
              </a:rPr>
            </a:br>
            <a:r>
              <a:rPr lang="de-DE" sz="1000" b="1" dirty="0">
                <a:latin typeface="Arial" panose="020B0604020202020204" pitchFamily="34" charset="0"/>
                <a:cs typeface="Arial" panose="020B0604020202020204" pitchFamily="34" charset="0"/>
              </a:rPr>
              <a:t>Bild an Rahmen anpassen</a:t>
            </a:r>
            <a:r>
              <a:rPr lang="de-DE" sz="1000" dirty="0">
                <a:latin typeface="Arial" panose="020B0604020202020204" pitchFamily="34" charset="0"/>
                <a:cs typeface="Arial" panose="020B0604020202020204" pitchFamily="34" charset="0"/>
              </a:rPr>
              <a:t>: </a:t>
            </a:r>
            <a:br>
              <a:rPr lang="de-DE" sz="1000" dirty="0">
                <a:latin typeface="Arial" panose="020B0604020202020204" pitchFamily="34" charset="0"/>
                <a:cs typeface="Arial" panose="020B0604020202020204" pitchFamily="34" charset="0"/>
              </a:rPr>
            </a:br>
            <a:r>
              <a:rPr lang="de-DE" sz="1000" dirty="0">
                <a:latin typeface="Arial" panose="020B0604020202020204" pitchFamily="34" charset="0"/>
                <a:cs typeface="Arial" panose="020B0604020202020204" pitchFamily="34" charset="0"/>
              </a:rPr>
              <a:t>Bild anklicken &gt; Bildformat &gt; Zuschneiden &gt; </a:t>
            </a:r>
            <a:br>
              <a:rPr lang="de-DE" sz="1000" dirty="0">
                <a:latin typeface="Arial" panose="020B0604020202020204" pitchFamily="34" charset="0"/>
                <a:cs typeface="Arial" panose="020B0604020202020204" pitchFamily="34" charset="0"/>
              </a:rPr>
            </a:br>
            <a:r>
              <a:rPr lang="de-DE" sz="1000" dirty="0">
                <a:latin typeface="Arial" panose="020B0604020202020204" pitchFamily="34" charset="0"/>
                <a:cs typeface="Arial" panose="020B0604020202020204" pitchFamily="34" charset="0"/>
              </a:rPr>
              <a:t>im Dropdown „Einpassen“ wählen &gt; </a:t>
            </a:r>
            <a:br>
              <a:rPr lang="de-DE" sz="1000" dirty="0">
                <a:latin typeface="Arial" panose="020B0604020202020204" pitchFamily="34" charset="0"/>
                <a:cs typeface="Arial" panose="020B0604020202020204" pitchFamily="34" charset="0"/>
              </a:rPr>
            </a:br>
            <a:r>
              <a:rPr lang="de-DE" sz="1000" dirty="0">
                <a:latin typeface="Arial" panose="020B0604020202020204" pitchFamily="34" charset="0"/>
                <a:cs typeface="Arial" panose="020B0604020202020204" pitchFamily="34" charset="0"/>
              </a:rPr>
              <a:t>ggf. Bild nochmals neu positionieren </a:t>
            </a:r>
          </a:p>
        </p:txBody>
      </p:sp>
    </p:spTree>
    <p:extLst>
      <p:ext uri="{BB962C8B-B14F-4D97-AF65-F5344CB8AC3E}">
        <p14:creationId xmlns:p14="http://schemas.microsoft.com/office/powerpoint/2010/main" val="3079698843"/>
      </p:ext>
    </p:extLst>
  </p:cSld>
  <p:clrMap bg1="lt1" tx1="dk1" bg2="lt2" tx2="dk2" accent1="accent1" accent2="accent2" accent3="accent3" accent4="accent4" accent5="accent5" accent6="accent6" hlink="hlink" folHlink="folHlink"/>
  <p:sldLayoutIdLst>
    <p:sldLayoutId id="2147483714" r:id="rId1"/>
    <p:sldLayoutId id="2147483713" r:id="rId2"/>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pos="347" userDrawn="1">
          <p15:clr>
            <a:srgbClr val="F26B43"/>
          </p15:clr>
        </p15:guide>
        <p15:guide id="2" pos="7333" userDrawn="1">
          <p15:clr>
            <a:srgbClr val="F26B43"/>
          </p15:clr>
        </p15:guide>
        <p15:guide id="3" orient="horz" pos="346" userDrawn="1">
          <p15:clr>
            <a:srgbClr val="F26B43"/>
          </p15:clr>
        </p15:guide>
        <p15:guide id="4" pos="1232" userDrawn="1">
          <p15:clr>
            <a:srgbClr val="F26B43"/>
          </p15:clr>
        </p15:guide>
        <p15:guide id="5" orient="horz" pos="3974" userDrawn="1">
          <p15:clr>
            <a:srgbClr val="F26B43"/>
          </p15:clr>
        </p15:guide>
        <p15:guide id="6" orient="horz" pos="663" userDrawn="1">
          <p15:clr>
            <a:srgbClr val="F26B43"/>
          </p15:clr>
        </p15:guide>
        <p15:guide id="7" orient="horz" pos="1003" userDrawn="1">
          <p15:clr>
            <a:srgbClr val="F26B43"/>
          </p15:clr>
        </p15:guide>
        <p15:guide id="8" orient="horz" pos="1321" userDrawn="1">
          <p15:clr>
            <a:srgbClr val="F26B43"/>
          </p15:clr>
        </p15:guide>
        <p15:guide id="9" orient="horz" pos="1661" userDrawn="1">
          <p15:clr>
            <a:srgbClr val="F26B43"/>
          </p15:clr>
        </p15:guide>
        <p15:guide id="10" orient="horz" pos="2001" userDrawn="1">
          <p15:clr>
            <a:srgbClr val="F26B43"/>
          </p15:clr>
        </p15:guide>
        <p15:guide id="11" orient="horz" pos="3339" userDrawn="1">
          <p15:clr>
            <a:srgbClr val="F26B43"/>
          </p15:clr>
        </p15:guide>
        <p15:guide id="12" orient="horz" pos="2319" userDrawn="1">
          <p15:clr>
            <a:srgbClr val="F26B43"/>
          </p15:clr>
        </p15:guide>
        <p15:guide id="13" orient="horz" pos="2999" userDrawn="1">
          <p15:clr>
            <a:srgbClr val="F26B43"/>
          </p15:clr>
        </p15:guide>
        <p15:guide id="14" orient="horz" pos="3657" userDrawn="1">
          <p15:clr>
            <a:srgbClr val="F26B43"/>
          </p15:clr>
        </p15:guide>
        <p15:guide id="15" orient="horz" pos="2659" userDrawn="1">
          <p15:clr>
            <a:srgbClr val="F26B43"/>
          </p15:clr>
        </p15:guide>
        <p15:guide id="16" pos="2094" userDrawn="1">
          <p15:clr>
            <a:srgbClr val="F26B43"/>
          </p15:clr>
        </p15:guide>
        <p15:guide id="17" pos="2978" userDrawn="1">
          <p15:clr>
            <a:srgbClr val="F26B43"/>
          </p15:clr>
        </p15:guide>
        <p15:guide id="18" pos="3840" userDrawn="1">
          <p15:clr>
            <a:srgbClr val="F26B43"/>
          </p15:clr>
        </p15:guide>
        <p15:guide id="19" pos="4725" userDrawn="1">
          <p15:clr>
            <a:srgbClr val="F26B43"/>
          </p15:clr>
        </p15:guide>
        <p15:guide id="20" pos="5586" userDrawn="1">
          <p15:clr>
            <a:srgbClr val="F26B43"/>
          </p15:clr>
        </p15:guide>
        <p15:guide id="21" pos="6471"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hteck 1">
            <a:extLst>
              <a:ext uri="{FF2B5EF4-FFF2-40B4-BE49-F238E27FC236}">
                <a16:creationId xmlns:a16="http://schemas.microsoft.com/office/drawing/2014/main" id="{48266648-C51B-EA45-AE41-AF74B0A4657C}"/>
              </a:ext>
            </a:extLst>
          </p:cNvPr>
          <p:cNvSpPr/>
          <p:nvPr userDrawn="1"/>
        </p:nvSpPr>
        <p:spPr>
          <a:xfrm>
            <a:off x="0" y="5748124"/>
            <a:ext cx="12195175" cy="1109875"/>
          </a:xfrm>
          <a:custGeom>
            <a:avLst/>
            <a:gdLst>
              <a:gd name="connsiteX0" fmla="*/ 0 w 12192000"/>
              <a:gd name="connsiteY0" fmla="*/ 0 h 687600"/>
              <a:gd name="connsiteX1" fmla="*/ 12192000 w 12192000"/>
              <a:gd name="connsiteY1" fmla="*/ 0 h 687600"/>
              <a:gd name="connsiteX2" fmla="*/ 12192000 w 12192000"/>
              <a:gd name="connsiteY2" fmla="*/ 687600 h 687600"/>
              <a:gd name="connsiteX3" fmla="*/ 0 w 12192000"/>
              <a:gd name="connsiteY3" fmla="*/ 687600 h 687600"/>
              <a:gd name="connsiteX4" fmla="*/ 0 w 12192000"/>
              <a:gd name="connsiteY4" fmla="*/ 0 h 687600"/>
              <a:gd name="connsiteX0" fmla="*/ 0 w 12195175"/>
              <a:gd name="connsiteY0" fmla="*/ 422275 h 1109875"/>
              <a:gd name="connsiteX1" fmla="*/ 12195175 w 12195175"/>
              <a:gd name="connsiteY1" fmla="*/ 0 h 1109875"/>
              <a:gd name="connsiteX2" fmla="*/ 12192000 w 12195175"/>
              <a:gd name="connsiteY2" fmla="*/ 1109875 h 1109875"/>
              <a:gd name="connsiteX3" fmla="*/ 0 w 12195175"/>
              <a:gd name="connsiteY3" fmla="*/ 1109875 h 1109875"/>
              <a:gd name="connsiteX4" fmla="*/ 0 w 12195175"/>
              <a:gd name="connsiteY4" fmla="*/ 422275 h 11098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95175" h="1109875">
                <a:moveTo>
                  <a:pt x="0" y="422275"/>
                </a:moveTo>
                <a:lnTo>
                  <a:pt x="12195175" y="0"/>
                </a:lnTo>
                <a:cubicBezTo>
                  <a:pt x="12194117" y="369958"/>
                  <a:pt x="12193058" y="739917"/>
                  <a:pt x="12192000" y="1109875"/>
                </a:cubicBezTo>
                <a:lnTo>
                  <a:pt x="0" y="1109875"/>
                </a:lnTo>
                <a:lnTo>
                  <a:pt x="0" y="422275"/>
                </a:lnTo>
                <a:close/>
              </a:path>
            </a:pathLst>
          </a:custGeom>
          <a:solidFill>
            <a:srgbClr val="C40D1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8" name="Grafik 7">
            <a:extLst>
              <a:ext uri="{FF2B5EF4-FFF2-40B4-BE49-F238E27FC236}">
                <a16:creationId xmlns:a16="http://schemas.microsoft.com/office/drawing/2014/main" id="{90A395C2-361B-A14B-9312-A16F3F6780AF}"/>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10614598" y="378000"/>
            <a:ext cx="1004400" cy="766068"/>
          </a:xfrm>
          <a:prstGeom prst="rect">
            <a:avLst/>
          </a:prstGeom>
        </p:spPr>
      </p:pic>
      <p:sp>
        <p:nvSpPr>
          <p:cNvPr id="12" name="Textfeld 11">
            <a:extLst>
              <a:ext uri="{FF2B5EF4-FFF2-40B4-BE49-F238E27FC236}">
                <a16:creationId xmlns:a16="http://schemas.microsoft.com/office/drawing/2014/main" id="{427D4F0D-9351-B349-8187-43002862F183}"/>
              </a:ext>
            </a:extLst>
          </p:cNvPr>
          <p:cNvSpPr txBox="1"/>
          <p:nvPr userDrawn="1"/>
        </p:nvSpPr>
        <p:spPr>
          <a:xfrm>
            <a:off x="12292755" y="5612990"/>
            <a:ext cx="3102416" cy="1323439"/>
          </a:xfrm>
          <a:prstGeom prst="rect">
            <a:avLst/>
          </a:prstGeom>
          <a:noFill/>
        </p:spPr>
        <p:txBody>
          <a:bodyPr wrap="square" rtlCol="0">
            <a:spAutoFit/>
          </a:bodyPr>
          <a:lstStyle/>
          <a:p>
            <a:r>
              <a:rPr lang="de-DE" sz="1000" b="1" dirty="0">
                <a:latin typeface="Arial" panose="020B0604020202020204" pitchFamily="34" charset="0"/>
                <a:cs typeface="Arial" panose="020B0604020202020204" pitchFamily="34" charset="0"/>
              </a:rPr>
              <a:t>Folgeseiten – Platzhalter für </a:t>
            </a:r>
            <a:r>
              <a:rPr lang="de-DE" sz="1000" b="1" dirty="0" err="1">
                <a:latin typeface="Arial" panose="020B0604020202020204" pitchFamily="34" charset="0"/>
                <a:cs typeface="Arial" panose="020B0604020202020204" pitchFamily="34" charset="0"/>
              </a:rPr>
              <a:t>Sublogo</a:t>
            </a:r>
            <a:r>
              <a:rPr lang="de-DE" sz="1000" b="1" dirty="0">
                <a:latin typeface="Arial" panose="020B0604020202020204" pitchFamily="34" charset="0"/>
                <a:cs typeface="Arial" panose="020B0604020202020204" pitchFamily="34" charset="0"/>
              </a:rPr>
              <a:t> ändern: </a:t>
            </a:r>
            <a:r>
              <a:rPr lang="de-DE" sz="1000" dirty="0">
                <a:latin typeface="Arial" panose="020B0604020202020204" pitchFamily="34" charset="0"/>
                <a:cs typeface="Arial" panose="020B0604020202020204" pitchFamily="34" charset="0"/>
              </a:rPr>
              <a:t>Folienmaster &gt; Nr. 2 bearbeiten &gt; Bild anklicken &gt; Rechtsklick &gt; Bild einfügen</a:t>
            </a:r>
            <a:br>
              <a:rPr lang="de-DE" sz="1000" dirty="0">
                <a:latin typeface="Arial" panose="020B0604020202020204" pitchFamily="34" charset="0"/>
                <a:cs typeface="Arial" panose="020B0604020202020204" pitchFamily="34" charset="0"/>
              </a:rPr>
            </a:br>
            <a:br>
              <a:rPr lang="de-DE" sz="1000" dirty="0">
                <a:latin typeface="Arial" panose="020B0604020202020204" pitchFamily="34" charset="0"/>
                <a:cs typeface="Arial" panose="020B0604020202020204" pitchFamily="34" charset="0"/>
              </a:rPr>
            </a:br>
            <a:r>
              <a:rPr lang="de-DE" sz="1000" b="1" dirty="0">
                <a:latin typeface="Arial" panose="020B0604020202020204" pitchFamily="34" charset="0"/>
                <a:cs typeface="Arial" panose="020B0604020202020204" pitchFamily="34" charset="0"/>
              </a:rPr>
              <a:t>Bild an Rahmen anpassen</a:t>
            </a:r>
            <a:r>
              <a:rPr lang="de-DE" sz="1000" dirty="0">
                <a:latin typeface="Arial" panose="020B0604020202020204" pitchFamily="34" charset="0"/>
                <a:cs typeface="Arial" panose="020B0604020202020204" pitchFamily="34" charset="0"/>
              </a:rPr>
              <a:t>: </a:t>
            </a:r>
            <a:br>
              <a:rPr lang="de-DE" sz="1000" dirty="0">
                <a:latin typeface="Arial" panose="020B0604020202020204" pitchFamily="34" charset="0"/>
                <a:cs typeface="Arial" panose="020B0604020202020204" pitchFamily="34" charset="0"/>
              </a:rPr>
            </a:br>
            <a:r>
              <a:rPr lang="de-DE" sz="1000" dirty="0">
                <a:latin typeface="Arial" panose="020B0604020202020204" pitchFamily="34" charset="0"/>
                <a:cs typeface="Arial" panose="020B0604020202020204" pitchFamily="34" charset="0"/>
              </a:rPr>
              <a:t>Bild anklicken &gt; Bildformat &gt; Zuschneiden &gt; </a:t>
            </a:r>
            <a:br>
              <a:rPr lang="de-DE" sz="1000" dirty="0">
                <a:latin typeface="Arial" panose="020B0604020202020204" pitchFamily="34" charset="0"/>
                <a:cs typeface="Arial" panose="020B0604020202020204" pitchFamily="34" charset="0"/>
              </a:rPr>
            </a:br>
            <a:r>
              <a:rPr lang="de-DE" sz="1000" dirty="0">
                <a:latin typeface="Arial" panose="020B0604020202020204" pitchFamily="34" charset="0"/>
                <a:cs typeface="Arial" panose="020B0604020202020204" pitchFamily="34" charset="0"/>
              </a:rPr>
              <a:t>im Dropdown „Einpassen“ wählen &gt; </a:t>
            </a:r>
            <a:br>
              <a:rPr lang="de-DE" sz="1000" dirty="0">
                <a:latin typeface="Arial" panose="020B0604020202020204" pitchFamily="34" charset="0"/>
                <a:cs typeface="Arial" panose="020B0604020202020204" pitchFamily="34" charset="0"/>
              </a:rPr>
            </a:br>
            <a:r>
              <a:rPr lang="de-DE" sz="1000" dirty="0">
                <a:latin typeface="Arial" panose="020B0604020202020204" pitchFamily="34" charset="0"/>
                <a:cs typeface="Arial" panose="020B0604020202020204" pitchFamily="34" charset="0"/>
              </a:rPr>
              <a:t>ggf. Bild nochmals neu positionieren </a:t>
            </a:r>
          </a:p>
        </p:txBody>
      </p:sp>
      <p:sp>
        <p:nvSpPr>
          <p:cNvPr id="13" name="Textfeld 12">
            <a:extLst>
              <a:ext uri="{FF2B5EF4-FFF2-40B4-BE49-F238E27FC236}">
                <a16:creationId xmlns:a16="http://schemas.microsoft.com/office/drawing/2014/main" id="{B91FA75A-4E02-534F-A661-8216932850DD}"/>
              </a:ext>
            </a:extLst>
          </p:cNvPr>
          <p:cNvSpPr txBox="1"/>
          <p:nvPr userDrawn="1"/>
        </p:nvSpPr>
        <p:spPr>
          <a:xfrm>
            <a:off x="-2243920" y="6474756"/>
            <a:ext cx="2223344" cy="400110"/>
          </a:xfrm>
          <a:prstGeom prst="rect">
            <a:avLst/>
          </a:prstGeom>
          <a:noFill/>
        </p:spPr>
        <p:txBody>
          <a:bodyPr wrap="square" rtlCol="0">
            <a:spAutoFit/>
          </a:bodyPr>
          <a:lstStyle/>
          <a:p>
            <a:r>
              <a:rPr lang="de-DE" sz="1000" b="1" dirty="0">
                <a:latin typeface="Arial" panose="020B0604020202020204" pitchFamily="34" charset="0"/>
                <a:cs typeface="Arial" panose="020B0604020202020204" pitchFamily="34" charset="0"/>
              </a:rPr>
              <a:t>Informationen in Fußzeile ändern:</a:t>
            </a:r>
            <a:br>
              <a:rPr lang="de-DE" sz="1000" dirty="0">
                <a:latin typeface="Arial" panose="020B0604020202020204" pitchFamily="34" charset="0"/>
                <a:cs typeface="Arial" panose="020B0604020202020204" pitchFamily="34" charset="0"/>
              </a:rPr>
            </a:br>
            <a:r>
              <a:rPr lang="de-DE" sz="1000" dirty="0">
                <a:latin typeface="Arial" panose="020B0604020202020204" pitchFamily="34" charset="0"/>
                <a:cs typeface="Arial" panose="020B0604020202020204" pitchFamily="34" charset="0"/>
              </a:rPr>
              <a:t>Folienmaster &gt; Nr. 2 bearbeiten</a:t>
            </a:r>
          </a:p>
        </p:txBody>
      </p:sp>
    </p:spTree>
    <p:extLst>
      <p:ext uri="{BB962C8B-B14F-4D97-AF65-F5344CB8AC3E}">
        <p14:creationId xmlns:p14="http://schemas.microsoft.com/office/powerpoint/2010/main" val="3907247464"/>
      </p:ext>
    </p:extLst>
  </p:cSld>
  <p:clrMap bg1="lt1" tx1="dk1" bg2="lt2" tx2="dk2" accent1="accent1" accent2="accent2" accent3="accent3" accent4="accent4" accent5="accent5" accent6="accent6" hlink="hlink" folHlink="folHlink"/>
  <p:sldLayoutIdLst>
    <p:sldLayoutId id="2147483707" r:id="rId1"/>
    <p:sldLayoutId id="2147483711" r:id="rId2"/>
    <p:sldLayoutId id="2147483712" r:id="rId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57784" y="292608"/>
            <a:ext cx="8823960" cy="566928"/>
          </a:xfrm>
          <a:prstGeom prst="rect">
            <a:avLst/>
          </a:prstGeom>
          <a:noFill/>
        </p:spPr>
        <p:txBody>
          <a:bodyPr wrap="square" lIns="18288" rIns="18288" tIns="18288" bIns="18288" anchor="t">
            <a:spAutoFit/>
          </a:bodyPr>
          <a:lstStyle/>
          <a:p>
            <a:pPr algn="l"/>
            <a:r>
              <a:rPr sz="2400" b="0" lang="en-US">
                <a:solidFill>
                  <a:srgbClr val="434343"/>
                </a:solidFill>
                <a:latin typeface="Arial"/>
              </a:rPr>
              <a:t>Key use at the system interfaces</a:t>
            </a:r>
          </a:p>
        </p:txBody>
      </p:sp>
      <p:sp>
        <p:nvSpPr>
          <p:cNvPr id="3" name="TextBox 2"/>
          <p:cNvSpPr txBox="1"/>
          <p:nvPr/>
        </p:nvSpPr>
        <p:spPr>
          <a:xfrm>
            <a:off x="566928" y="932688"/>
            <a:ext cx="8869680" cy="201168"/>
          </a:xfrm>
          <a:prstGeom prst="rect">
            <a:avLst/>
          </a:prstGeom>
          <a:noFill/>
        </p:spPr>
        <p:txBody>
          <a:bodyPr wrap="square" lIns="18288" rIns="18288" tIns="18288" bIns="18288" anchor="t">
            <a:spAutoFit/>
          </a:bodyPr>
          <a:lstStyle/>
          <a:p>
            <a:pPr algn="l"/>
            <a:r>
              <a:rPr sz="950" b="1" lang="en-US">
                <a:solidFill>
                  <a:srgbClr val="C40D1E"/>
                </a:solidFill>
                <a:latin typeface="Arial"/>
              </a:rPr>
              <a:t/>
            </a:r>
          </a:p>
        </p:txBody>
      </p:sp>
      <p:sp>
        <p:nvSpPr>
          <p:cNvPr id="4" name="Rectangle 3"/>
          <p:cNvSpPr/>
          <p:nvPr/>
        </p:nvSpPr>
        <p:spPr>
          <a:xfrm>
            <a:off x="557784" y="1188720"/>
            <a:ext cx="10927080" cy="16459"/>
          </a:xfrm>
          <a:prstGeom prst="rect">
            <a:avLst/>
          </a:prstGeom>
          <a:solidFill>
            <a:srgbClr val="C40D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291072"/>
            <a:ext cx="914400" cy="201168"/>
          </a:xfrm>
          <a:prstGeom prst="rect">
            <a:avLst/>
          </a:prstGeom>
          <a:noFill/>
        </p:spPr>
        <p:txBody>
          <a:bodyPr wrap="square" lIns="18288" rIns="18288" tIns="18288" bIns="18288" anchor="t">
            <a:spAutoFit/>
          </a:bodyPr>
          <a:lstStyle/>
          <a:p>
            <a:pPr algn="l"/>
            <a:r>
              <a:rPr sz="950" b="0" lang="en-US">
                <a:solidFill>
                  <a:srgbClr val="FFFFFF"/>
                </a:solidFill>
                <a:latin typeface="Arial"/>
              </a:rPr>
              <a:t>Variant D</a:t>
            </a:r>
          </a:p>
        </p:txBody>
      </p:sp>
      <p:sp>
        <p:nvSpPr>
          <p:cNvPr id="6" name="TextBox 5"/>
          <p:cNvSpPr txBox="1"/>
          <p:nvPr/>
        </p:nvSpPr>
        <p:spPr>
          <a:xfrm>
            <a:off x="1600200" y="6291072"/>
            <a:ext cx="8549640" cy="201168"/>
          </a:xfrm>
          <a:prstGeom prst="rect">
            <a:avLst/>
          </a:prstGeom>
          <a:noFill/>
        </p:spPr>
        <p:txBody>
          <a:bodyPr wrap="square" lIns="18288" rIns="18288" tIns="18288" bIns="18288" anchor="t">
            <a:spAutoFit/>
          </a:bodyPr>
          <a:lstStyle/>
          <a:p>
            <a:pPr algn="l"/>
            <a:r>
              <a:rPr sz="850" b="0" lang="en-US">
                <a:solidFill>
                  <a:srgbClr val="FFFFFF"/>
                </a:solidFill>
                <a:latin typeface="Arial"/>
              </a:rPr>
              <a:t>Ramon Mehrpoya  |  Master's Thesis  |  Verifiable Decentralized Federated Machine Learning and Inference for AI Agent Systems  |  VITA-FL</a:t>
            </a:r>
          </a:p>
        </p:txBody>
      </p:sp>
      <p:sp>
        <p:nvSpPr>
          <p:cNvPr id="7" name="TextBox 6"/>
          <p:cNvSpPr txBox="1"/>
          <p:nvPr/>
        </p:nvSpPr>
        <p:spPr>
          <a:xfrm>
            <a:off x="10241280" y="6291072"/>
            <a:ext cx="1399032" cy="201168"/>
          </a:xfrm>
          <a:prstGeom prst="rect">
            <a:avLst/>
          </a:prstGeom>
          <a:noFill/>
        </p:spPr>
        <p:txBody>
          <a:bodyPr wrap="square" lIns="18288" rIns="18288" tIns="18288" bIns="18288" anchor="t">
            <a:spAutoFit/>
          </a:bodyPr>
          <a:lstStyle/>
          <a:p>
            <a:pPr algn="r"/>
            <a:r>
              <a:rPr sz="850" b="0" lang="en-US">
                <a:solidFill>
                  <a:srgbClr val="FFFFFF"/>
                </a:solidFill>
                <a:latin typeface="Arial"/>
              </a:rPr>
              <a:t>19 August 2026</a:t>
            </a:r>
          </a:p>
        </p:txBody>
      </p:sp>
      <p:sp>
        <p:nvSpPr>
          <p:cNvPr id="8" name="Domain navigation: background"/>
          <p:cNvSpPr/>
          <p:nvPr/>
        </p:nvSpPr>
        <p:spPr>
          <a:xfrm>
            <a:off x="9479280" y="472440"/>
            <a:ext cx="1036320" cy="28956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Domain navigation: DFL badge"/>
          <p:cNvSpPr/>
          <p:nvPr/>
        </p:nvSpPr>
        <p:spPr>
          <a:xfrm>
            <a:off x="9509760" y="502920"/>
            <a:ext cx="411480" cy="228600"/>
          </a:xfrm>
          <a:prstGeom prst="rect">
            <a:avLst/>
          </a:prstGeom>
          <a:solidFill>
            <a:srgbClr val="207548"/>
          </a:solidFill>
          <a:ln w="6985">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omain navigation: DFL label"/>
          <p:cNvSpPr txBox="1"/>
          <p:nvPr/>
        </p:nvSpPr>
        <p:spPr>
          <a:xfrm>
            <a:off x="9509760" y="502920"/>
            <a:ext cx="411480" cy="228600"/>
          </a:xfrm>
          <a:prstGeom prst="rect">
            <a:avLst/>
          </a:prstGeom>
          <a:noFill/>
        </p:spPr>
        <p:txBody>
          <a:bodyPr wrap="square" lIns="0" rIns="0" tIns="0" bIns="0" anchor="ctr">
            <a:spAutoFit/>
          </a:bodyPr>
          <a:lstStyle/>
          <a:p>
            <a:pPr algn="ctr"/>
            <a:r>
              <a:rPr sz="840" b="1" lang="en-US">
                <a:solidFill>
                  <a:srgbClr val="FFFFFF"/>
                </a:solidFill>
                <a:latin typeface="Arial"/>
              </a:rPr>
              <a:t>DFL</a:t>
            </a:r>
          </a:p>
        </p:txBody>
      </p:sp>
      <p:sp>
        <p:nvSpPr>
          <p:cNvPr id="11" name="Domain navigation: Agent badge"/>
          <p:cNvSpPr/>
          <p:nvPr/>
        </p:nvSpPr>
        <p:spPr>
          <a:xfrm>
            <a:off x="9982200" y="502920"/>
            <a:ext cx="502920" cy="228600"/>
          </a:xfrm>
          <a:prstGeom prst="rect">
            <a:avLst/>
          </a:prstGeom>
          <a:solidFill>
            <a:srgbClr val="1764A1"/>
          </a:solidFill>
          <a:ln w="6985">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omain navigation: Agent label"/>
          <p:cNvSpPr txBox="1"/>
          <p:nvPr/>
        </p:nvSpPr>
        <p:spPr>
          <a:xfrm>
            <a:off x="9982200" y="502920"/>
            <a:ext cx="502920" cy="228600"/>
          </a:xfrm>
          <a:prstGeom prst="rect">
            <a:avLst/>
          </a:prstGeom>
          <a:noFill/>
        </p:spPr>
        <p:txBody>
          <a:bodyPr wrap="square" lIns="0" rIns="0" tIns="0" bIns="0" anchor="ctr">
            <a:spAutoFit/>
          </a:bodyPr>
          <a:lstStyle/>
          <a:p>
            <a:pPr algn="ctr"/>
            <a:r>
              <a:rPr sz="840" b="1" lang="en-US">
                <a:solidFill>
                  <a:srgbClr val="FFFFFF"/>
                </a:solidFill>
                <a:latin typeface="Arial"/>
              </a:rPr>
              <a:t>Agent</a:t>
            </a:r>
          </a:p>
        </p:txBody>
      </p:sp>
      <p:sp>
        <p:nvSpPr>
          <p:cNvPr id="13" name="Key use: dstack GetKey(path): action, wrapping and receipt keys"/>
          <p:cNvSpPr txBox="1"/>
          <p:nvPr/>
        </p:nvSpPr>
        <p:spPr>
          <a:xfrm>
            <a:off x="594360" y="1362456"/>
            <a:ext cx="11000232" cy="329184"/>
          </a:xfrm>
          <a:prstGeom prst="rect">
            <a:avLst/>
          </a:prstGeom>
          <a:noFill/>
        </p:spPr>
        <p:txBody>
          <a:bodyPr wrap="square" lIns="0" rIns="0" tIns="0" bIns="0" anchor="ctr">
            <a:spAutoFit/>
          </a:bodyPr>
          <a:lstStyle/>
          <a:p>
            <a:pPr algn="ctr"/>
            <a:r>
              <a:rPr sz="1900" b="0" lang="en-US">
                <a:solidFill>
                  <a:srgbClr val="263440"/>
                </a:solidFill>
                <a:latin typeface="Arial"/>
              </a:rPr>
              <a:t>dstack GetKey(path): action, wrapping and receipt keys</a:t>
            </a:r>
          </a:p>
        </p:txBody>
      </p:sp>
      <p:sp>
        <p:nvSpPr>
          <p:cNvPr id="14" name="Rounded Rectangle 13"/>
          <p:cNvSpPr/>
          <p:nvPr/>
        </p:nvSpPr>
        <p:spPr>
          <a:xfrm>
            <a:off x="3922776" y="1856231"/>
            <a:ext cx="4334256" cy="3639312"/>
          </a:xfrm>
          <a:prstGeom prst="roundRect">
            <a:avLst/>
          </a:prstGeom>
          <a:solidFill>
            <a:srgbClr val="F8F9FA"/>
          </a:solidFill>
          <a:ln w="16510">
            <a:solidFill>
              <a:srgbClr val="2634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5" name="Key use icon: tee / 1"/>
          <p:cNvCxnSpPr/>
          <p:nvPr/>
        </p:nvCxnSpPr>
        <p:spPr>
          <a:xfrm>
            <a:off x="4749165" y="2001393"/>
            <a:ext cx="0" cy="52578"/>
          </a:xfrm>
          <a:prstGeom prst="line">
            <a:avLst/>
          </a:prstGeom>
          <a:ln w="18661" cap="rnd">
            <a:solidFill>
              <a:srgbClr val="263440"/>
            </a:solidFill>
          </a:ln>
        </p:spPr>
        <p:style>
          <a:lnRef idx="2">
            <a:schemeClr val="accent1"/>
          </a:lnRef>
          <a:fillRef idx="0">
            <a:schemeClr val="accent1"/>
          </a:fillRef>
          <a:effectRef idx="1">
            <a:schemeClr val="accent1"/>
          </a:effectRef>
          <a:fontRef idx="minor">
            <a:schemeClr val="tx1"/>
          </a:fontRef>
        </p:style>
      </p:cxnSp>
      <p:cxnSp>
        <p:nvCxnSpPr>
          <p:cNvPr id="16" name="Key use icon: tee / 2"/>
          <p:cNvCxnSpPr/>
          <p:nvPr/>
        </p:nvCxnSpPr>
        <p:spPr>
          <a:xfrm>
            <a:off x="4749165" y="2316861"/>
            <a:ext cx="0" cy="52578"/>
          </a:xfrm>
          <a:prstGeom prst="line">
            <a:avLst/>
          </a:prstGeom>
          <a:ln w="18661" cap="rnd">
            <a:solidFill>
              <a:srgbClr val="263440"/>
            </a:solidFill>
          </a:ln>
        </p:spPr>
        <p:style>
          <a:lnRef idx="2">
            <a:schemeClr val="accent1"/>
          </a:lnRef>
          <a:fillRef idx="0">
            <a:schemeClr val="accent1"/>
          </a:fillRef>
          <a:effectRef idx="1">
            <a:schemeClr val="accent1"/>
          </a:effectRef>
          <a:fontRef idx="minor">
            <a:schemeClr val="tx1"/>
          </a:fontRef>
        </p:style>
      </p:cxnSp>
      <p:cxnSp>
        <p:nvCxnSpPr>
          <p:cNvPr id="17" name="Key use icon: tee / 3"/>
          <p:cNvCxnSpPr/>
          <p:nvPr/>
        </p:nvCxnSpPr>
        <p:spPr>
          <a:xfrm>
            <a:off x="4644008" y="2106549"/>
            <a:ext cx="52579" cy="0"/>
          </a:xfrm>
          <a:prstGeom prst="line">
            <a:avLst/>
          </a:prstGeom>
          <a:ln w="18661" cap="rnd">
            <a:solidFill>
              <a:srgbClr val="263440"/>
            </a:solidFill>
          </a:ln>
        </p:spPr>
        <p:style>
          <a:lnRef idx="2">
            <a:schemeClr val="accent1"/>
          </a:lnRef>
          <a:fillRef idx="0">
            <a:schemeClr val="accent1"/>
          </a:fillRef>
          <a:effectRef idx="1">
            <a:schemeClr val="accent1"/>
          </a:effectRef>
          <a:fontRef idx="minor">
            <a:schemeClr val="tx1"/>
          </a:fontRef>
        </p:style>
      </p:cxnSp>
      <p:cxnSp>
        <p:nvCxnSpPr>
          <p:cNvPr id="18" name="Key use icon: tee / 4"/>
          <p:cNvCxnSpPr/>
          <p:nvPr/>
        </p:nvCxnSpPr>
        <p:spPr>
          <a:xfrm>
            <a:off x="4959477" y="2106549"/>
            <a:ext cx="52578" cy="0"/>
          </a:xfrm>
          <a:prstGeom prst="line">
            <a:avLst/>
          </a:prstGeom>
          <a:ln w="18661" cap="rnd">
            <a:solidFill>
              <a:srgbClr val="263440"/>
            </a:solidFill>
          </a:ln>
        </p:spPr>
        <p:style>
          <a:lnRef idx="2">
            <a:schemeClr val="accent1"/>
          </a:lnRef>
          <a:fillRef idx="0">
            <a:schemeClr val="accent1"/>
          </a:fillRef>
          <a:effectRef idx="1">
            <a:schemeClr val="accent1"/>
          </a:effectRef>
          <a:fontRef idx="minor">
            <a:schemeClr val="tx1"/>
          </a:fontRef>
        </p:style>
      </p:cxnSp>
      <p:cxnSp>
        <p:nvCxnSpPr>
          <p:cNvPr id="19" name="Key use icon: tee / 5"/>
          <p:cNvCxnSpPr/>
          <p:nvPr/>
        </p:nvCxnSpPr>
        <p:spPr>
          <a:xfrm>
            <a:off x="4828032" y="2001393"/>
            <a:ext cx="0" cy="52578"/>
          </a:xfrm>
          <a:prstGeom prst="line">
            <a:avLst/>
          </a:prstGeom>
          <a:ln w="18661" cap="rnd">
            <a:solidFill>
              <a:srgbClr val="263440"/>
            </a:solidFill>
          </a:ln>
        </p:spPr>
        <p:style>
          <a:lnRef idx="2">
            <a:schemeClr val="accent1"/>
          </a:lnRef>
          <a:fillRef idx="0">
            <a:schemeClr val="accent1"/>
          </a:fillRef>
          <a:effectRef idx="1">
            <a:schemeClr val="accent1"/>
          </a:effectRef>
          <a:fontRef idx="minor">
            <a:schemeClr val="tx1"/>
          </a:fontRef>
        </p:style>
      </p:cxnSp>
      <p:cxnSp>
        <p:nvCxnSpPr>
          <p:cNvPr id="20" name="Key use icon: tee / 6"/>
          <p:cNvCxnSpPr/>
          <p:nvPr/>
        </p:nvCxnSpPr>
        <p:spPr>
          <a:xfrm>
            <a:off x="4828032" y="2316861"/>
            <a:ext cx="0" cy="52578"/>
          </a:xfrm>
          <a:prstGeom prst="line">
            <a:avLst/>
          </a:prstGeom>
          <a:ln w="18661" cap="rnd">
            <a:solidFill>
              <a:srgbClr val="263440"/>
            </a:solidFill>
          </a:ln>
        </p:spPr>
        <p:style>
          <a:lnRef idx="2">
            <a:schemeClr val="accent1"/>
          </a:lnRef>
          <a:fillRef idx="0">
            <a:schemeClr val="accent1"/>
          </a:fillRef>
          <a:effectRef idx="1">
            <a:schemeClr val="accent1"/>
          </a:effectRef>
          <a:fontRef idx="minor">
            <a:schemeClr val="tx1"/>
          </a:fontRef>
        </p:style>
      </p:cxnSp>
      <p:cxnSp>
        <p:nvCxnSpPr>
          <p:cNvPr id="21" name="Key use icon: tee / 7"/>
          <p:cNvCxnSpPr/>
          <p:nvPr/>
        </p:nvCxnSpPr>
        <p:spPr>
          <a:xfrm>
            <a:off x="4644008" y="2185416"/>
            <a:ext cx="52579" cy="0"/>
          </a:xfrm>
          <a:prstGeom prst="line">
            <a:avLst/>
          </a:prstGeom>
          <a:ln w="18661" cap="rnd">
            <a:solidFill>
              <a:srgbClr val="263440"/>
            </a:solidFill>
          </a:ln>
        </p:spPr>
        <p:style>
          <a:lnRef idx="2">
            <a:schemeClr val="accent1"/>
          </a:lnRef>
          <a:fillRef idx="0">
            <a:schemeClr val="accent1"/>
          </a:fillRef>
          <a:effectRef idx="1">
            <a:schemeClr val="accent1"/>
          </a:effectRef>
          <a:fontRef idx="minor">
            <a:schemeClr val="tx1"/>
          </a:fontRef>
        </p:style>
      </p:cxnSp>
      <p:cxnSp>
        <p:nvCxnSpPr>
          <p:cNvPr id="22" name="Key use icon: tee / 8"/>
          <p:cNvCxnSpPr/>
          <p:nvPr/>
        </p:nvCxnSpPr>
        <p:spPr>
          <a:xfrm>
            <a:off x="4959477" y="2185416"/>
            <a:ext cx="52578" cy="0"/>
          </a:xfrm>
          <a:prstGeom prst="line">
            <a:avLst/>
          </a:prstGeom>
          <a:ln w="18661" cap="rnd">
            <a:solidFill>
              <a:srgbClr val="263440"/>
            </a:solidFill>
          </a:ln>
        </p:spPr>
        <p:style>
          <a:lnRef idx="2">
            <a:schemeClr val="accent1"/>
          </a:lnRef>
          <a:fillRef idx="0">
            <a:schemeClr val="accent1"/>
          </a:fillRef>
          <a:effectRef idx="1">
            <a:schemeClr val="accent1"/>
          </a:effectRef>
          <a:fontRef idx="minor">
            <a:schemeClr val="tx1"/>
          </a:fontRef>
        </p:style>
      </p:cxnSp>
      <p:cxnSp>
        <p:nvCxnSpPr>
          <p:cNvPr id="23" name="Key use icon: tee / 9"/>
          <p:cNvCxnSpPr/>
          <p:nvPr/>
        </p:nvCxnSpPr>
        <p:spPr>
          <a:xfrm>
            <a:off x="4906899" y="2001393"/>
            <a:ext cx="0" cy="52578"/>
          </a:xfrm>
          <a:prstGeom prst="line">
            <a:avLst/>
          </a:prstGeom>
          <a:ln w="18661" cap="rnd">
            <a:solidFill>
              <a:srgbClr val="263440"/>
            </a:solidFill>
          </a:ln>
        </p:spPr>
        <p:style>
          <a:lnRef idx="2">
            <a:schemeClr val="accent1"/>
          </a:lnRef>
          <a:fillRef idx="0">
            <a:schemeClr val="accent1"/>
          </a:fillRef>
          <a:effectRef idx="1">
            <a:schemeClr val="accent1"/>
          </a:effectRef>
          <a:fontRef idx="minor">
            <a:schemeClr val="tx1"/>
          </a:fontRef>
        </p:style>
      </p:cxnSp>
      <p:cxnSp>
        <p:nvCxnSpPr>
          <p:cNvPr id="24" name="Key use icon: tee / 10"/>
          <p:cNvCxnSpPr/>
          <p:nvPr/>
        </p:nvCxnSpPr>
        <p:spPr>
          <a:xfrm>
            <a:off x="4906899" y="2316861"/>
            <a:ext cx="0" cy="52578"/>
          </a:xfrm>
          <a:prstGeom prst="line">
            <a:avLst/>
          </a:prstGeom>
          <a:ln w="18661" cap="rnd">
            <a:solidFill>
              <a:srgbClr val="263440"/>
            </a:solidFill>
          </a:ln>
        </p:spPr>
        <p:style>
          <a:lnRef idx="2">
            <a:schemeClr val="accent1"/>
          </a:lnRef>
          <a:fillRef idx="0">
            <a:schemeClr val="accent1"/>
          </a:fillRef>
          <a:effectRef idx="1">
            <a:schemeClr val="accent1"/>
          </a:effectRef>
          <a:fontRef idx="minor">
            <a:schemeClr val="tx1"/>
          </a:fontRef>
        </p:style>
      </p:cxnSp>
      <p:cxnSp>
        <p:nvCxnSpPr>
          <p:cNvPr id="25" name="Key use icon: tee / 11"/>
          <p:cNvCxnSpPr/>
          <p:nvPr/>
        </p:nvCxnSpPr>
        <p:spPr>
          <a:xfrm>
            <a:off x="4644008" y="2264283"/>
            <a:ext cx="52579" cy="0"/>
          </a:xfrm>
          <a:prstGeom prst="line">
            <a:avLst/>
          </a:prstGeom>
          <a:ln w="18661" cap="rnd">
            <a:solidFill>
              <a:srgbClr val="263440"/>
            </a:solidFill>
          </a:ln>
        </p:spPr>
        <p:style>
          <a:lnRef idx="2">
            <a:schemeClr val="accent1"/>
          </a:lnRef>
          <a:fillRef idx="0">
            <a:schemeClr val="accent1"/>
          </a:fillRef>
          <a:effectRef idx="1">
            <a:schemeClr val="accent1"/>
          </a:effectRef>
          <a:fontRef idx="minor">
            <a:schemeClr val="tx1"/>
          </a:fontRef>
        </p:style>
      </p:cxnSp>
      <p:cxnSp>
        <p:nvCxnSpPr>
          <p:cNvPr id="26" name="Key use icon: tee / 12"/>
          <p:cNvCxnSpPr/>
          <p:nvPr/>
        </p:nvCxnSpPr>
        <p:spPr>
          <a:xfrm>
            <a:off x="4959477" y="2264283"/>
            <a:ext cx="52578" cy="0"/>
          </a:xfrm>
          <a:prstGeom prst="line">
            <a:avLst/>
          </a:prstGeom>
          <a:ln w="18661" cap="rnd">
            <a:solidFill>
              <a:srgbClr val="263440"/>
            </a:solidFill>
          </a:ln>
        </p:spPr>
        <p:style>
          <a:lnRef idx="2">
            <a:schemeClr val="accent1"/>
          </a:lnRef>
          <a:fillRef idx="0">
            <a:schemeClr val="accent1"/>
          </a:fillRef>
          <a:effectRef idx="1">
            <a:schemeClr val="accent1"/>
          </a:effectRef>
          <a:fontRef idx="minor">
            <a:schemeClr val="tx1"/>
          </a:fontRef>
        </p:style>
      </p:cxnSp>
      <p:sp>
        <p:nvSpPr>
          <p:cNvPr id="27" name="Key use icon: tee / 13"/>
          <p:cNvSpPr/>
          <p:nvPr/>
        </p:nvSpPr>
        <p:spPr>
          <a:xfrm>
            <a:off x="4696587" y="2053971"/>
            <a:ext cx="262890" cy="262890"/>
          </a:xfrm>
          <a:prstGeom prst="roundRect">
            <a:avLst/>
          </a:prstGeom>
          <a:solidFill>
            <a:srgbClr val="FFFFFF"/>
          </a:solidFill>
          <a:ln w="18661">
            <a:solidFill>
              <a:srgbClr val="2634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8" name="Key use icon: tee / 14"/>
          <p:cNvCxnSpPr/>
          <p:nvPr/>
        </p:nvCxnSpPr>
        <p:spPr>
          <a:xfrm flipV="1">
            <a:off x="4775454" y="2132838"/>
            <a:ext cx="0" cy="39433"/>
          </a:xfrm>
          <a:prstGeom prst="line">
            <a:avLst/>
          </a:prstGeom>
          <a:ln w="14605" cap="rnd">
            <a:solidFill>
              <a:srgbClr val="263440"/>
            </a:solidFill>
          </a:ln>
        </p:spPr>
        <p:style>
          <a:lnRef idx="2">
            <a:schemeClr val="accent1"/>
          </a:lnRef>
          <a:fillRef idx="0">
            <a:schemeClr val="accent1"/>
          </a:fillRef>
          <a:effectRef idx="1">
            <a:schemeClr val="accent1"/>
          </a:effectRef>
          <a:fontRef idx="minor">
            <a:schemeClr val="tx1"/>
          </a:fontRef>
        </p:style>
      </p:cxnSp>
      <p:cxnSp>
        <p:nvCxnSpPr>
          <p:cNvPr id="29" name="Key use icon: tee / 15"/>
          <p:cNvCxnSpPr/>
          <p:nvPr/>
        </p:nvCxnSpPr>
        <p:spPr>
          <a:xfrm flipV="1">
            <a:off x="4775454" y="2117776"/>
            <a:ext cx="2069" cy="15062"/>
          </a:xfrm>
          <a:prstGeom prst="line">
            <a:avLst/>
          </a:prstGeom>
          <a:ln w="14605" cap="rnd">
            <a:solidFill>
              <a:srgbClr val="263440"/>
            </a:solidFill>
          </a:ln>
        </p:spPr>
        <p:style>
          <a:lnRef idx="2">
            <a:schemeClr val="accent1"/>
          </a:lnRef>
          <a:fillRef idx="0">
            <a:schemeClr val="accent1"/>
          </a:fillRef>
          <a:effectRef idx="1">
            <a:schemeClr val="accent1"/>
          </a:effectRef>
          <a:fontRef idx="minor">
            <a:schemeClr val="tx1"/>
          </a:fontRef>
        </p:style>
      </p:cxnSp>
      <p:cxnSp>
        <p:nvCxnSpPr>
          <p:cNvPr id="30" name="Key use icon: tee / 16"/>
          <p:cNvCxnSpPr/>
          <p:nvPr/>
        </p:nvCxnSpPr>
        <p:spPr>
          <a:xfrm flipV="1">
            <a:off x="4777523" y="2105453"/>
            <a:ext cx="5720" cy="12323"/>
          </a:xfrm>
          <a:prstGeom prst="line">
            <a:avLst/>
          </a:prstGeom>
          <a:ln w="14605" cap="rnd">
            <a:solidFill>
              <a:srgbClr val="263440"/>
            </a:solidFill>
          </a:ln>
        </p:spPr>
        <p:style>
          <a:lnRef idx="2">
            <a:schemeClr val="accent1"/>
          </a:lnRef>
          <a:fillRef idx="0">
            <a:schemeClr val="accent1"/>
          </a:fillRef>
          <a:effectRef idx="1">
            <a:schemeClr val="accent1"/>
          </a:effectRef>
          <a:fontRef idx="minor">
            <a:schemeClr val="tx1"/>
          </a:fontRef>
        </p:style>
      </p:cxnSp>
      <p:cxnSp>
        <p:nvCxnSpPr>
          <p:cNvPr id="31" name="Key use icon: tee / 17"/>
          <p:cNvCxnSpPr/>
          <p:nvPr/>
        </p:nvCxnSpPr>
        <p:spPr>
          <a:xfrm flipV="1">
            <a:off x="4783243" y="2095869"/>
            <a:ext cx="8641" cy="9584"/>
          </a:xfrm>
          <a:prstGeom prst="line">
            <a:avLst/>
          </a:prstGeom>
          <a:ln w="14605" cap="rnd">
            <a:solidFill>
              <a:srgbClr val="263440"/>
            </a:solidFill>
          </a:ln>
        </p:spPr>
        <p:style>
          <a:lnRef idx="2">
            <a:schemeClr val="accent1"/>
          </a:lnRef>
          <a:fillRef idx="0">
            <a:schemeClr val="accent1"/>
          </a:fillRef>
          <a:effectRef idx="1">
            <a:schemeClr val="accent1"/>
          </a:effectRef>
          <a:fontRef idx="minor">
            <a:schemeClr val="tx1"/>
          </a:fontRef>
        </p:style>
      </p:cxnSp>
      <p:cxnSp>
        <p:nvCxnSpPr>
          <p:cNvPr id="32" name="Key use icon: tee / 18"/>
          <p:cNvCxnSpPr/>
          <p:nvPr/>
        </p:nvCxnSpPr>
        <p:spPr>
          <a:xfrm flipV="1">
            <a:off x="4791884" y="2089023"/>
            <a:ext cx="10832" cy="6846"/>
          </a:xfrm>
          <a:prstGeom prst="line">
            <a:avLst/>
          </a:prstGeom>
          <a:ln w="14605" cap="rnd">
            <a:solidFill>
              <a:srgbClr val="263440"/>
            </a:solidFill>
          </a:ln>
        </p:spPr>
        <p:style>
          <a:lnRef idx="2">
            <a:schemeClr val="accent1"/>
          </a:lnRef>
          <a:fillRef idx="0">
            <a:schemeClr val="accent1"/>
          </a:fillRef>
          <a:effectRef idx="1">
            <a:schemeClr val="accent1"/>
          </a:effectRef>
          <a:fontRef idx="minor">
            <a:schemeClr val="tx1"/>
          </a:fontRef>
        </p:style>
      </p:cxnSp>
      <p:cxnSp>
        <p:nvCxnSpPr>
          <p:cNvPr id="33" name="Key use icon: tee / 19"/>
          <p:cNvCxnSpPr/>
          <p:nvPr/>
        </p:nvCxnSpPr>
        <p:spPr>
          <a:xfrm flipV="1">
            <a:off x="4802716" y="2084915"/>
            <a:ext cx="12293" cy="4108"/>
          </a:xfrm>
          <a:prstGeom prst="line">
            <a:avLst/>
          </a:prstGeom>
          <a:ln w="14605" cap="rnd">
            <a:solidFill>
              <a:srgbClr val="263440"/>
            </a:solidFill>
          </a:ln>
        </p:spPr>
        <p:style>
          <a:lnRef idx="2">
            <a:schemeClr val="accent1"/>
          </a:lnRef>
          <a:fillRef idx="0">
            <a:schemeClr val="accent1"/>
          </a:fillRef>
          <a:effectRef idx="1">
            <a:schemeClr val="accent1"/>
          </a:effectRef>
          <a:fontRef idx="minor">
            <a:schemeClr val="tx1"/>
          </a:fontRef>
        </p:style>
      </p:cxnSp>
      <p:cxnSp>
        <p:nvCxnSpPr>
          <p:cNvPr id="34" name="Key use icon: tee / 20"/>
          <p:cNvCxnSpPr/>
          <p:nvPr/>
        </p:nvCxnSpPr>
        <p:spPr>
          <a:xfrm flipV="1">
            <a:off x="4815009" y="2083546"/>
            <a:ext cx="13023" cy="1369"/>
          </a:xfrm>
          <a:prstGeom prst="line">
            <a:avLst/>
          </a:prstGeom>
          <a:ln w="14605" cap="rnd">
            <a:solidFill>
              <a:srgbClr val="263440"/>
            </a:solidFill>
          </a:ln>
        </p:spPr>
        <p:style>
          <a:lnRef idx="2">
            <a:schemeClr val="accent1"/>
          </a:lnRef>
          <a:fillRef idx="0">
            <a:schemeClr val="accent1"/>
          </a:fillRef>
          <a:effectRef idx="1">
            <a:schemeClr val="accent1"/>
          </a:effectRef>
          <a:fontRef idx="minor">
            <a:schemeClr val="tx1"/>
          </a:fontRef>
        </p:style>
      </p:cxnSp>
      <p:cxnSp>
        <p:nvCxnSpPr>
          <p:cNvPr id="35" name="Key use icon: tee / 21"/>
          <p:cNvCxnSpPr/>
          <p:nvPr/>
        </p:nvCxnSpPr>
        <p:spPr>
          <a:xfrm>
            <a:off x="4828032" y="2083546"/>
            <a:ext cx="13022" cy="1369"/>
          </a:xfrm>
          <a:prstGeom prst="line">
            <a:avLst/>
          </a:prstGeom>
          <a:ln w="14605" cap="rnd">
            <a:solidFill>
              <a:srgbClr val="263440"/>
            </a:solidFill>
          </a:ln>
        </p:spPr>
        <p:style>
          <a:lnRef idx="2">
            <a:schemeClr val="accent1"/>
          </a:lnRef>
          <a:fillRef idx="0">
            <a:schemeClr val="accent1"/>
          </a:fillRef>
          <a:effectRef idx="1">
            <a:schemeClr val="accent1"/>
          </a:effectRef>
          <a:fontRef idx="minor">
            <a:schemeClr val="tx1"/>
          </a:fontRef>
        </p:style>
      </p:cxnSp>
      <p:cxnSp>
        <p:nvCxnSpPr>
          <p:cNvPr id="36" name="Key use icon: tee / 22"/>
          <p:cNvCxnSpPr/>
          <p:nvPr/>
        </p:nvCxnSpPr>
        <p:spPr>
          <a:xfrm>
            <a:off x="4841054" y="2084915"/>
            <a:ext cx="12293" cy="4108"/>
          </a:xfrm>
          <a:prstGeom prst="line">
            <a:avLst/>
          </a:prstGeom>
          <a:ln w="14605" cap="rnd">
            <a:solidFill>
              <a:srgbClr val="263440"/>
            </a:solidFill>
          </a:ln>
        </p:spPr>
        <p:style>
          <a:lnRef idx="2">
            <a:schemeClr val="accent1"/>
          </a:lnRef>
          <a:fillRef idx="0">
            <a:schemeClr val="accent1"/>
          </a:fillRef>
          <a:effectRef idx="1">
            <a:schemeClr val="accent1"/>
          </a:effectRef>
          <a:fontRef idx="minor">
            <a:schemeClr val="tx1"/>
          </a:fontRef>
        </p:style>
      </p:cxnSp>
      <p:cxnSp>
        <p:nvCxnSpPr>
          <p:cNvPr id="37" name="Key use icon: tee / 23"/>
          <p:cNvCxnSpPr/>
          <p:nvPr/>
        </p:nvCxnSpPr>
        <p:spPr>
          <a:xfrm>
            <a:off x="4853347" y="2089023"/>
            <a:ext cx="10832" cy="6846"/>
          </a:xfrm>
          <a:prstGeom prst="line">
            <a:avLst/>
          </a:prstGeom>
          <a:ln w="14605" cap="rnd">
            <a:solidFill>
              <a:srgbClr val="263440"/>
            </a:solidFill>
          </a:ln>
        </p:spPr>
        <p:style>
          <a:lnRef idx="2">
            <a:schemeClr val="accent1"/>
          </a:lnRef>
          <a:fillRef idx="0">
            <a:schemeClr val="accent1"/>
          </a:fillRef>
          <a:effectRef idx="1">
            <a:schemeClr val="accent1"/>
          </a:effectRef>
          <a:fontRef idx="minor">
            <a:schemeClr val="tx1"/>
          </a:fontRef>
        </p:style>
      </p:cxnSp>
      <p:cxnSp>
        <p:nvCxnSpPr>
          <p:cNvPr id="38" name="Key use icon: tee / 24"/>
          <p:cNvCxnSpPr/>
          <p:nvPr/>
        </p:nvCxnSpPr>
        <p:spPr>
          <a:xfrm>
            <a:off x="4864179" y="2095869"/>
            <a:ext cx="8641" cy="9584"/>
          </a:xfrm>
          <a:prstGeom prst="line">
            <a:avLst/>
          </a:prstGeom>
          <a:ln w="14605" cap="rnd">
            <a:solidFill>
              <a:srgbClr val="263440"/>
            </a:solidFill>
          </a:ln>
        </p:spPr>
        <p:style>
          <a:lnRef idx="2">
            <a:schemeClr val="accent1"/>
          </a:lnRef>
          <a:fillRef idx="0">
            <a:schemeClr val="accent1"/>
          </a:fillRef>
          <a:effectRef idx="1">
            <a:schemeClr val="accent1"/>
          </a:effectRef>
          <a:fontRef idx="minor">
            <a:schemeClr val="tx1"/>
          </a:fontRef>
        </p:style>
      </p:cxnSp>
      <p:cxnSp>
        <p:nvCxnSpPr>
          <p:cNvPr id="39" name="Key use icon: tee / 25"/>
          <p:cNvCxnSpPr/>
          <p:nvPr/>
        </p:nvCxnSpPr>
        <p:spPr>
          <a:xfrm>
            <a:off x="4872820" y="2105453"/>
            <a:ext cx="5720" cy="12323"/>
          </a:xfrm>
          <a:prstGeom prst="line">
            <a:avLst/>
          </a:prstGeom>
          <a:ln w="14605" cap="rnd">
            <a:solidFill>
              <a:srgbClr val="263440"/>
            </a:solidFill>
          </a:ln>
        </p:spPr>
        <p:style>
          <a:lnRef idx="2">
            <a:schemeClr val="accent1"/>
          </a:lnRef>
          <a:fillRef idx="0">
            <a:schemeClr val="accent1"/>
          </a:fillRef>
          <a:effectRef idx="1">
            <a:schemeClr val="accent1"/>
          </a:effectRef>
          <a:fontRef idx="minor">
            <a:schemeClr val="tx1"/>
          </a:fontRef>
        </p:style>
      </p:cxnSp>
      <p:cxnSp>
        <p:nvCxnSpPr>
          <p:cNvPr id="40" name="Key use icon: tee / 26"/>
          <p:cNvCxnSpPr/>
          <p:nvPr/>
        </p:nvCxnSpPr>
        <p:spPr>
          <a:xfrm>
            <a:off x="4878540" y="2117776"/>
            <a:ext cx="2069" cy="15062"/>
          </a:xfrm>
          <a:prstGeom prst="line">
            <a:avLst/>
          </a:prstGeom>
          <a:ln w="14605" cap="rnd">
            <a:solidFill>
              <a:srgbClr val="263440"/>
            </a:solidFill>
          </a:ln>
        </p:spPr>
        <p:style>
          <a:lnRef idx="2">
            <a:schemeClr val="accent1"/>
          </a:lnRef>
          <a:fillRef idx="0">
            <a:schemeClr val="accent1"/>
          </a:fillRef>
          <a:effectRef idx="1">
            <a:schemeClr val="accent1"/>
          </a:effectRef>
          <a:fontRef idx="minor">
            <a:schemeClr val="tx1"/>
          </a:fontRef>
        </p:style>
      </p:cxnSp>
      <p:cxnSp>
        <p:nvCxnSpPr>
          <p:cNvPr id="41" name="Key use icon: tee / 27"/>
          <p:cNvCxnSpPr/>
          <p:nvPr/>
        </p:nvCxnSpPr>
        <p:spPr>
          <a:xfrm>
            <a:off x="4880609" y="2132838"/>
            <a:ext cx="0" cy="39433"/>
          </a:xfrm>
          <a:prstGeom prst="line">
            <a:avLst/>
          </a:prstGeom>
          <a:ln w="14605" cap="rnd">
            <a:solidFill>
              <a:srgbClr val="263440"/>
            </a:solidFill>
          </a:ln>
        </p:spPr>
        <p:style>
          <a:lnRef idx="2">
            <a:schemeClr val="accent1"/>
          </a:lnRef>
          <a:fillRef idx="0">
            <a:schemeClr val="accent1"/>
          </a:fillRef>
          <a:effectRef idx="1">
            <a:schemeClr val="accent1"/>
          </a:effectRef>
          <a:fontRef idx="minor">
            <a:schemeClr val="tx1"/>
          </a:fontRef>
        </p:style>
      </p:cxnSp>
      <p:sp>
        <p:nvSpPr>
          <p:cNvPr id="42" name="Key use icon: tee / 28"/>
          <p:cNvSpPr/>
          <p:nvPr/>
        </p:nvSpPr>
        <p:spPr>
          <a:xfrm>
            <a:off x="4762309" y="2159127"/>
            <a:ext cx="131445" cy="105156"/>
          </a:xfrm>
          <a:prstGeom prst="roundRect">
            <a:avLst/>
          </a:prstGeom>
          <a:solidFill>
            <a:srgbClr val="FFFFFF"/>
          </a:solidFill>
          <a:ln w="18661">
            <a:solidFill>
              <a:srgbClr val="2634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Key use: Worker TEE"/>
          <p:cNvSpPr txBox="1"/>
          <p:nvPr/>
        </p:nvSpPr>
        <p:spPr>
          <a:xfrm>
            <a:off x="5102352" y="1956816"/>
            <a:ext cx="2039112" cy="402336"/>
          </a:xfrm>
          <a:prstGeom prst="rect">
            <a:avLst/>
          </a:prstGeom>
          <a:noFill/>
        </p:spPr>
        <p:txBody>
          <a:bodyPr wrap="square" lIns="0" rIns="0" tIns="0" bIns="0" anchor="ctr">
            <a:spAutoFit/>
          </a:bodyPr>
          <a:lstStyle/>
          <a:p>
            <a:pPr algn="ctr"/>
            <a:r>
              <a:rPr sz="2400" b="1" lang="en-US">
                <a:solidFill>
                  <a:srgbClr val="263440"/>
                </a:solidFill>
                <a:latin typeface="Arial"/>
              </a:rPr>
              <a:t>Worker TEE</a:t>
            </a:r>
          </a:p>
        </p:txBody>
      </p:sp>
      <p:sp>
        <p:nvSpPr>
          <p:cNvPr id="44" name="Rounded Rectangle 43"/>
          <p:cNvSpPr/>
          <p:nvPr/>
        </p:nvSpPr>
        <p:spPr>
          <a:xfrm>
            <a:off x="502920" y="2331720"/>
            <a:ext cx="2834640" cy="1335024"/>
          </a:xfrm>
          <a:prstGeom prst="roundRect">
            <a:avLst/>
          </a:prstGeom>
          <a:solidFill>
            <a:srgbClr val="F3EEF8"/>
          </a:solidFill>
          <a:ln w="13970">
            <a:solidFill>
              <a:srgbClr val="744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5" name="Key use icon: blockchain / 1"/>
          <p:cNvCxnSpPr/>
          <p:nvPr/>
        </p:nvCxnSpPr>
        <p:spPr>
          <a:xfrm>
            <a:off x="752094" y="2580894"/>
            <a:ext cx="148590" cy="0"/>
          </a:xfrm>
          <a:prstGeom prst="line">
            <a:avLst/>
          </a:prstGeom>
          <a:ln w="16227" cap="rnd">
            <a:solidFill>
              <a:srgbClr val="7446A6"/>
            </a:solidFill>
          </a:ln>
        </p:spPr>
        <p:style>
          <a:lnRef idx="2">
            <a:schemeClr val="accent1"/>
          </a:lnRef>
          <a:fillRef idx="0">
            <a:schemeClr val="accent1"/>
          </a:fillRef>
          <a:effectRef idx="1">
            <a:schemeClr val="accent1"/>
          </a:effectRef>
          <a:fontRef idx="minor">
            <a:schemeClr val="tx1"/>
          </a:fontRef>
        </p:style>
      </p:cxnSp>
      <p:cxnSp>
        <p:nvCxnSpPr>
          <p:cNvPr id="46" name="Key use icon: blockchain / 2"/>
          <p:cNvCxnSpPr/>
          <p:nvPr/>
        </p:nvCxnSpPr>
        <p:spPr>
          <a:xfrm>
            <a:off x="900684" y="2580894"/>
            <a:ext cx="0" cy="160020"/>
          </a:xfrm>
          <a:prstGeom prst="line">
            <a:avLst/>
          </a:prstGeom>
          <a:ln w="16227" cap="rnd">
            <a:solidFill>
              <a:srgbClr val="7446A6"/>
            </a:solidFill>
          </a:ln>
        </p:spPr>
        <p:style>
          <a:lnRef idx="2">
            <a:schemeClr val="accent1"/>
          </a:lnRef>
          <a:fillRef idx="0">
            <a:schemeClr val="accent1"/>
          </a:fillRef>
          <a:effectRef idx="1">
            <a:schemeClr val="accent1"/>
          </a:effectRef>
          <a:fontRef idx="minor">
            <a:schemeClr val="tx1"/>
          </a:fontRef>
        </p:style>
      </p:cxnSp>
      <p:cxnSp>
        <p:nvCxnSpPr>
          <p:cNvPr id="47" name="Key use icon: blockchain / 3"/>
          <p:cNvCxnSpPr/>
          <p:nvPr/>
        </p:nvCxnSpPr>
        <p:spPr>
          <a:xfrm flipH="1">
            <a:off x="752094" y="2740914"/>
            <a:ext cx="148590" cy="0"/>
          </a:xfrm>
          <a:prstGeom prst="line">
            <a:avLst/>
          </a:prstGeom>
          <a:ln w="16227" cap="rnd">
            <a:solidFill>
              <a:srgbClr val="7446A6"/>
            </a:solidFill>
          </a:ln>
        </p:spPr>
        <p:style>
          <a:lnRef idx="2">
            <a:schemeClr val="accent1"/>
          </a:lnRef>
          <a:fillRef idx="0">
            <a:schemeClr val="accent1"/>
          </a:fillRef>
          <a:effectRef idx="1">
            <a:schemeClr val="accent1"/>
          </a:effectRef>
          <a:fontRef idx="minor">
            <a:schemeClr val="tx1"/>
          </a:fontRef>
        </p:style>
      </p:cxnSp>
      <p:cxnSp>
        <p:nvCxnSpPr>
          <p:cNvPr id="48" name="Key use icon: blockchain / 4"/>
          <p:cNvCxnSpPr/>
          <p:nvPr/>
        </p:nvCxnSpPr>
        <p:spPr>
          <a:xfrm flipV="1">
            <a:off x="752094" y="2580894"/>
            <a:ext cx="0" cy="160020"/>
          </a:xfrm>
          <a:prstGeom prst="line">
            <a:avLst/>
          </a:prstGeom>
          <a:ln w="16227" cap="rnd">
            <a:solidFill>
              <a:srgbClr val="7446A6"/>
            </a:solidFill>
          </a:ln>
        </p:spPr>
        <p:style>
          <a:lnRef idx="2">
            <a:schemeClr val="accent1"/>
          </a:lnRef>
          <a:fillRef idx="0">
            <a:schemeClr val="accent1"/>
          </a:fillRef>
          <a:effectRef idx="1">
            <a:schemeClr val="accent1"/>
          </a:effectRef>
          <a:fontRef idx="minor">
            <a:schemeClr val="tx1"/>
          </a:fontRef>
        </p:style>
      </p:cxnSp>
      <p:sp>
        <p:nvSpPr>
          <p:cNvPr id="49" name="Key use icon: blockchain / 5"/>
          <p:cNvSpPr/>
          <p:nvPr/>
        </p:nvSpPr>
        <p:spPr>
          <a:xfrm>
            <a:off x="694944" y="2523744"/>
            <a:ext cx="91440" cy="91440"/>
          </a:xfrm>
          <a:prstGeom prst="roundRect">
            <a:avLst/>
          </a:prstGeom>
          <a:solidFill>
            <a:srgbClr val="FFFFFF"/>
          </a:solidFill>
          <a:ln w="16227">
            <a:solidFill>
              <a:srgbClr val="744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Key use icon: blockchain / 6"/>
          <p:cNvSpPr/>
          <p:nvPr/>
        </p:nvSpPr>
        <p:spPr>
          <a:xfrm>
            <a:off x="877824" y="2523744"/>
            <a:ext cx="91440" cy="91440"/>
          </a:xfrm>
          <a:prstGeom prst="roundRect">
            <a:avLst/>
          </a:prstGeom>
          <a:solidFill>
            <a:srgbClr val="FFFFFF"/>
          </a:solidFill>
          <a:ln w="16227">
            <a:solidFill>
              <a:srgbClr val="744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Key use icon: blockchain / 7"/>
          <p:cNvSpPr/>
          <p:nvPr/>
        </p:nvSpPr>
        <p:spPr>
          <a:xfrm>
            <a:off x="694944" y="2706624"/>
            <a:ext cx="91440" cy="91440"/>
          </a:xfrm>
          <a:prstGeom prst="roundRect">
            <a:avLst/>
          </a:prstGeom>
          <a:solidFill>
            <a:srgbClr val="FFFFFF"/>
          </a:solidFill>
          <a:ln w="16227">
            <a:solidFill>
              <a:srgbClr val="744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Key use icon: blockchain / 8"/>
          <p:cNvSpPr/>
          <p:nvPr/>
        </p:nvSpPr>
        <p:spPr>
          <a:xfrm>
            <a:off x="877824" y="2706624"/>
            <a:ext cx="91440" cy="91440"/>
          </a:xfrm>
          <a:prstGeom prst="roundRect">
            <a:avLst/>
          </a:prstGeom>
          <a:solidFill>
            <a:srgbClr val="FFFFFF"/>
          </a:solidFill>
          <a:ln w="16227">
            <a:solidFill>
              <a:srgbClr val="744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Key use: Blockchain"/>
          <p:cNvSpPr txBox="1"/>
          <p:nvPr/>
        </p:nvSpPr>
        <p:spPr>
          <a:xfrm>
            <a:off x="1115568" y="2441448"/>
            <a:ext cx="2103120" cy="310896"/>
          </a:xfrm>
          <a:prstGeom prst="rect">
            <a:avLst/>
          </a:prstGeom>
          <a:noFill/>
        </p:spPr>
        <p:txBody>
          <a:bodyPr wrap="square" lIns="0" rIns="0" tIns="0" bIns="0" anchor="ctr">
            <a:spAutoFit/>
          </a:bodyPr>
          <a:lstStyle/>
          <a:p>
            <a:pPr algn="l"/>
            <a:r>
              <a:rPr sz="1800" b="1" lang="en-US">
                <a:solidFill>
                  <a:srgbClr val="7446A6"/>
                </a:solidFill>
                <a:latin typeface="Arial"/>
              </a:rPr>
              <a:t>Blockchain</a:t>
            </a:r>
          </a:p>
        </p:txBody>
      </p:sp>
      <p:sp>
        <p:nvSpPr>
          <p:cNvPr id="54" name="Key use: Protocol transactions / Update commitments / Aggregation statements"/>
          <p:cNvSpPr txBox="1"/>
          <p:nvPr/>
        </p:nvSpPr>
        <p:spPr>
          <a:xfrm>
            <a:off x="667512" y="2871215"/>
            <a:ext cx="2505456" cy="713231"/>
          </a:xfrm>
          <a:prstGeom prst="rect">
            <a:avLst/>
          </a:prstGeom>
          <a:noFill/>
        </p:spPr>
        <p:txBody>
          <a:bodyPr wrap="square" lIns="0" rIns="0" tIns="0" bIns="0" anchor="ctr">
            <a:spAutoFit/>
          </a:bodyPr>
          <a:lstStyle/>
          <a:p>
            <a:pPr algn="l"/>
            <a:r>
              <a:rPr sz="1520" b="0" lang="en-US">
                <a:solidFill>
                  <a:srgbClr val="263440"/>
                </a:solidFill>
                <a:latin typeface="Arial"/>
              </a:rPr>
              <a:t>Protocol transactions
Update commitments
Aggregation statements</a:t>
            </a:r>
          </a:p>
        </p:txBody>
      </p:sp>
      <p:sp>
        <p:nvSpPr>
          <p:cNvPr id="55" name="Rounded Rectangle 54"/>
          <p:cNvSpPr/>
          <p:nvPr/>
        </p:nvSpPr>
        <p:spPr>
          <a:xfrm>
            <a:off x="502920" y="3986784"/>
            <a:ext cx="2834640" cy="1280160"/>
          </a:xfrm>
          <a:prstGeom prst="roundRect">
            <a:avLst/>
          </a:prstGeom>
          <a:solidFill>
            <a:srgbClr val="EDF6F0"/>
          </a:solidFill>
          <a:ln w="1397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6" name="Connector 55"/>
          <p:cNvCxnSpPr/>
          <p:nvPr/>
        </p:nvCxnSpPr>
        <p:spPr>
          <a:xfrm>
            <a:off x="676656" y="4160520"/>
            <a:ext cx="256032" cy="118872"/>
          </a:xfrm>
          <a:prstGeom prst="line">
            <a:avLst/>
          </a:prstGeom>
          <a:ln w="1524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V="1">
            <a:off x="676656" y="4279392"/>
            <a:ext cx="256032" cy="128016"/>
          </a:xfrm>
          <a:prstGeom prst="line">
            <a:avLst/>
          </a:prstGeom>
          <a:ln w="15240">
            <a:solidFill>
              <a:srgbClr val="207548"/>
            </a:solidFill>
          </a:ln>
        </p:spPr>
        <p:style>
          <a:lnRef idx="2">
            <a:schemeClr val="accent1"/>
          </a:lnRef>
          <a:fillRef idx="0">
            <a:schemeClr val="accent1"/>
          </a:fillRef>
          <a:effectRef idx="1">
            <a:schemeClr val="accent1"/>
          </a:effectRef>
          <a:fontRef idx="minor">
            <a:schemeClr val="tx1"/>
          </a:fontRef>
        </p:style>
      </p:cxnSp>
      <p:sp>
        <p:nvSpPr>
          <p:cNvPr id="58" name="Oval 57"/>
          <p:cNvSpPr/>
          <p:nvPr/>
        </p:nvSpPr>
        <p:spPr>
          <a:xfrm>
            <a:off x="630936" y="4114800"/>
            <a:ext cx="91440" cy="91440"/>
          </a:xfrm>
          <a:prstGeom prst="ellipse">
            <a:avLst/>
          </a:prstGeom>
          <a:solidFill>
            <a:srgbClr val="FFFFFF"/>
          </a:solidFill>
          <a:ln w="1524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Oval 58"/>
          <p:cNvSpPr/>
          <p:nvPr/>
        </p:nvSpPr>
        <p:spPr>
          <a:xfrm>
            <a:off x="630936" y="4361688"/>
            <a:ext cx="91440" cy="91440"/>
          </a:xfrm>
          <a:prstGeom prst="ellipse">
            <a:avLst/>
          </a:prstGeom>
          <a:solidFill>
            <a:srgbClr val="FFFFFF"/>
          </a:solidFill>
          <a:ln w="1524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Oval 59"/>
          <p:cNvSpPr/>
          <p:nvPr/>
        </p:nvSpPr>
        <p:spPr>
          <a:xfrm>
            <a:off x="886968" y="4233672"/>
            <a:ext cx="91440" cy="91440"/>
          </a:xfrm>
          <a:prstGeom prst="ellipse">
            <a:avLst/>
          </a:prstGeom>
          <a:solidFill>
            <a:srgbClr val="FFFFFF"/>
          </a:solidFill>
          <a:ln w="1524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Key use: Model exchange"/>
          <p:cNvSpPr txBox="1"/>
          <p:nvPr/>
        </p:nvSpPr>
        <p:spPr>
          <a:xfrm>
            <a:off x="1115568" y="4096512"/>
            <a:ext cx="2103120" cy="310896"/>
          </a:xfrm>
          <a:prstGeom prst="rect">
            <a:avLst/>
          </a:prstGeom>
          <a:noFill/>
        </p:spPr>
        <p:txBody>
          <a:bodyPr wrap="square" lIns="0" rIns="0" tIns="0" bIns="0" anchor="ctr">
            <a:spAutoFit/>
          </a:bodyPr>
          <a:lstStyle/>
          <a:p>
            <a:pPr algn="l"/>
            <a:r>
              <a:rPr sz="1800" b="1" lang="en-US">
                <a:solidFill>
                  <a:srgbClr val="207548"/>
                </a:solidFill>
                <a:latin typeface="Arial"/>
              </a:rPr>
              <a:t>Model exchange</a:t>
            </a:r>
          </a:p>
        </p:txBody>
      </p:sp>
      <p:sp>
        <p:nvSpPr>
          <p:cNvPr id="62" name="Key use: Sign model packages / Unwrap symmetric keys"/>
          <p:cNvSpPr txBox="1"/>
          <p:nvPr/>
        </p:nvSpPr>
        <p:spPr>
          <a:xfrm>
            <a:off x="667512" y="4526280"/>
            <a:ext cx="2505456" cy="658367"/>
          </a:xfrm>
          <a:prstGeom prst="rect">
            <a:avLst/>
          </a:prstGeom>
          <a:noFill/>
        </p:spPr>
        <p:txBody>
          <a:bodyPr wrap="square" lIns="0" rIns="0" tIns="0" bIns="0" anchor="ctr">
            <a:spAutoFit/>
          </a:bodyPr>
          <a:lstStyle/>
          <a:p>
            <a:pPr algn="l"/>
            <a:r>
              <a:rPr sz="1520" b="0" lang="en-US">
                <a:solidFill>
                  <a:srgbClr val="263440"/>
                </a:solidFill>
                <a:latin typeface="Arial"/>
              </a:rPr>
              <a:t>Sign model packages
Unwrap symmetric keys</a:t>
            </a:r>
          </a:p>
        </p:txBody>
      </p:sp>
      <p:sp>
        <p:nvSpPr>
          <p:cNvPr id="63" name="Rounded Rectangle 62"/>
          <p:cNvSpPr/>
          <p:nvPr/>
        </p:nvSpPr>
        <p:spPr>
          <a:xfrm>
            <a:off x="8851392" y="2331720"/>
            <a:ext cx="2834640" cy="1335024"/>
          </a:xfrm>
          <a:prstGeom prst="roundRect">
            <a:avLst/>
          </a:prstGeom>
          <a:solidFill>
            <a:srgbClr val="EDF4FA"/>
          </a:solidFill>
          <a:ln w="13970">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ounded Rectangle 63"/>
          <p:cNvSpPr/>
          <p:nvPr/>
        </p:nvSpPr>
        <p:spPr>
          <a:xfrm>
            <a:off x="9006840" y="2450591"/>
            <a:ext cx="310896" cy="393192"/>
          </a:xfrm>
          <a:prstGeom prst="roundRect">
            <a:avLst/>
          </a:prstGeom>
          <a:solidFill>
            <a:srgbClr val="FFFFFF"/>
          </a:solidFill>
          <a:ln w="13970">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5" name="Connector 64"/>
          <p:cNvCxnSpPr/>
          <p:nvPr/>
        </p:nvCxnSpPr>
        <p:spPr>
          <a:xfrm>
            <a:off x="9070848" y="2551176"/>
            <a:ext cx="182880" cy="0"/>
          </a:xfrm>
          <a:prstGeom prst="line">
            <a:avLst/>
          </a:prstGeom>
          <a:ln w="12700">
            <a:solidFill>
              <a:srgbClr val="1764A1"/>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a:off x="9070848" y="2642615"/>
            <a:ext cx="182880" cy="0"/>
          </a:xfrm>
          <a:prstGeom prst="line">
            <a:avLst/>
          </a:prstGeom>
          <a:ln w="12700">
            <a:solidFill>
              <a:srgbClr val="1764A1"/>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a:off x="9070848" y="2734056"/>
            <a:ext cx="182880" cy="0"/>
          </a:xfrm>
          <a:prstGeom prst="line">
            <a:avLst/>
          </a:prstGeom>
          <a:ln w="12700">
            <a:solidFill>
              <a:srgbClr val="1764A1"/>
            </a:solidFill>
          </a:ln>
        </p:spPr>
        <p:style>
          <a:lnRef idx="2">
            <a:schemeClr val="accent1"/>
          </a:lnRef>
          <a:fillRef idx="0">
            <a:schemeClr val="accent1"/>
          </a:fillRef>
          <a:effectRef idx="1">
            <a:schemeClr val="accent1"/>
          </a:effectRef>
          <a:fontRef idx="minor">
            <a:schemeClr val="tx1"/>
          </a:fontRef>
        </p:style>
      </p:cxnSp>
      <p:sp>
        <p:nvSpPr>
          <p:cNvPr id="68" name="Key use: Receipt log"/>
          <p:cNvSpPr txBox="1"/>
          <p:nvPr/>
        </p:nvSpPr>
        <p:spPr>
          <a:xfrm>
            <a:off x="9464040" y="2441448"/>
            <a:ext cx="2103120" cy="310896"/>
          </a:xfrm>
          <a:prstGeom prst="rect">
            <a:avLst/>
          </a:prstGeom>
          <a:noFill/>
        </p:spPr>
        <p:txBody>
          <a:bodyPr wrap="square" lIns="0" rIns="0" tIns="0" bIns="0" anchor="ctr">
            <a:spAutoFit/>
          </a:bodyPr>
          <a:lstStyle/>
          <a:p>
            <a:pPr algn="l"/>
            <a:r>
              <a:rPr sz="1800" b="1" lang="en-US">
                <a:solidFill>
                  <a:srgbClr val="1764A1"/>
                </a:solidFill>
                <a:latin typeface="Arial"/>
              </a:rPr>
              <a:t>Receipt log</a:t>
            </a:r>
          </a:p>
        </p:txBody>
      </p:sp>
      <p:sp>
        <p:nvSpPr>
          <p:cNvPr id="69" name="Key use: Signed tool-action receipts / Recording and audit trail"/>
          <p:cNvSpPr txBox="1"/>
          <p:nvPr/>
        </p:nvSpPr>
        <p:spPr>
          <a:xfrm>
            <a:off x="9015984" y="2871215"/>
            <a:ext cx="2505456" cy="713231"/>
          </a:xfrm>
          <a:prstGeom prst="rect">
            <a:avLst/>
          </a:prstGeom>
          <a:noFill/>
        </p:spPr>
        <p:txBody>
          <a:bodyPr wrap="square" lIns="0" rIns="0" tIns="0" bIns="0" anchor="ctr">
            <a:spAutoFit/>
          </a:bodyPr>
          <a:lstStyle/>
          <a:p>
            <a:pPr algn="l"/>
            <a:r>
              <a:rPr sz="1520" b="0" lang="en-US">
                <a:solidFill>
                  <a:srgbClr val="263440"/>
                </a:solidFill>
                <a:latin typeface="Arial"/>
              </a:rPr>
              <a:t>Signed tool-action receipts
Recording and audit trail</a:t>
            </a:r>
          </a:p>
        </p:txBody>
      </p:sp>
      <p:sp>
        <p:nvSpPr>
          <p:cNvPr id="70" name="Rounded Rectangle 69"/>
          <p:cNvSpPr/>
          <p:nvPr/>
        </p:nvSpPr>
        <p:spPr>
          <a:xfrm>
            <a:off x="8851392" y="3986784"/>
            <a:ext cx="2834640" cy="1280160"/>
          </a:xfrm>
          <a:prstGeom prst="roundRect">
            <a:avLst/>
          </a:prstGeom>
          <a:solidFill>
            <a:srgbClr val="EDF4FA"/>
          </a:solidFill>
          <a:ln w="13970">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1" name="Key use icon: agent / 1"/>
          <p:cNvCxnSpPr/>
          <p:nvPr/>
        </p:nvCxnSpPr>
        <p:spPr>
          <a:xfrm>
            <a:off x="9180576" y="4178808"/>
            <a:ext cx="0" cy="57150"/>
          </a:xfrm>
          <a:prstGeom prst="line">
            <a:avLst/>
          </a:prstGeom>
          <a:ln w="16227" cap="rnd">
            <a:solidFill>
              <a:srgbClr val="1764A1"/>
            </a:solidFill>
          </a:ln>
        </p:spPr>
        <p:style>
          <a:lnRef idx="2">
            <a:schemeClr val="accent1"/>
          </a:lnRef>
          <a:fillRef idx="0">
            <a:schemeClr val="accent1"/>
          </a:fillRef>
          <a:effectRef idx="1">
            <a:schemeClr val="accent1"/>
          </a:effectRef>
          <a:fontRef idx="minor">
            <a:schemeClr val="tx1"/>
          </a:fontRef>
        </p:style>
      </p:cxnSp>
      <p:sp>
        <p:nvSpPr>
          <p:cNvPr id="72" name="Key use icon: agent / 2"/>
          <p:cNvSpPr/>
          <p:nvPr/>
        </p:nvSpPr>
        <p:spPr>
          <a:xfrm>
            <a:off x="9163431" y="4150233"/>
            <a:ext cx="34290" cy="34290"/>
          </a:xfrm>
          <a:prstGeom prst="ellipse">
            <a:avLst/>
          </a:prstGeom>
          <a:solidFill>
            <a:srgbClr val="1764A1"/>
          </a:solidFill>
          <a:ln w="16227">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Key use icon: agent / 3"/>
          <p:cNvSpPr/>
          <p:nvPr/>
        </p:nvSpPr>
        <p:spPr>
          <a:xfrm>
            <a:off x="9043416" y="4235958"/>
            <a:ext cx="274320" cy="228600"/>
          </a:xfrm>
          <a:prstGeom prst="roundRect">
            <a:avLst/>
          </a:prstGeom>
          <a:solidFill>
            <a:srgbClr val="FFFFFF"/>
          </a:solidFill>
          <a:ln w="16227">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4" name="Key use icon: agent / 4"/>
          <p:cNvCxnSpPr/>
          <p:nvPr/>
        </p:nvCxnSpPr>
        <p:spPr>
          <a:xfrm>
            <a:off x="9009126" y="4304538"/>
            <a:ext cx="0" cy="80010"/>
          </a:xfrm>
          <a:prstGeom prst="line">
            <a:avLst/>
          </a:prstGeom>
          <a:ln w="16227" cap="rnd">
            <a:solidFill>
              <a:srgbClr val="1764A1"/>
            </a:solidFill>
          </a:ln>
        </p:spPr>
        <p:style>
          <a:lnRef idx="2">
            <a:schemeClr val="accent1"/>
          </a:lnRef>
          <a:fillRef idx="0">
            <a:schemeClr val="accent1"/>
          </a:fillRef>
          <a:effectRef idx="1">
            <a:schemeClr val="accent1"/>
          </a:effectRef>
          <a:fontRef idx="minor">
            <a:schemeClr val="tx1"/>
          </a:fontRef>
        </p:style>
      </p:cxnSp>
      <p:cxnSp>
        <p:nvCxnSpPr>
          <p:cNvPr id="75" name="Key use icon: agent / 5"/>
          <p:cNvCxnSpPr/>
          <p:nvPr/>
        </p:nvCxnSpPr>
        <p:spPr>
          <a:xfrm>
            <a:off x="9352026" y="4304538"/>
            <a:ext cx="0" cy="80010"/>
          </a:xfrm>
          <a:prstGeom prst="line">
            <a:avLst/>
          </a:prstGeom>
          <a:ln w="16227" cap="rnd">
            <a:solidFill>
              <a:srgbClr val="1764A1"/>
            </a:solidFill>
          </a:ln>
        </p:spPr>
        <p:style>
          <a:lnRef idx="2">
            <a:schemeClr val="accent1"/>
          </a:lnRef>
          <a:fillRef idx="0">
            <a:schemeClr val="accent1"/>
          </a:fillRef>
          <a:effectRef idx="1">
            <a:schemeClr val="accent1"/>
          </a:effectRef>
          <a:fontRef idx="minor">
            <a:schemeClr val="tx1"/>
          </a:fontRef>
        </p:style>
      </p:cxnSp>
      <p:sp>
        <p:nvSpPr>
          <p:cNvPr id="76" name="Key use icon: agent / 6"/>
          <p:cNvSpPr/>
          <p:nvPr/>
        </p:nvSpPr>
        <p:spPr>
          <a:xfrm>
            <a:off x="9100566" y="4304538"/>
            <a:ext cx="34290" cy="34290"/>
          </a:xfrm>
          <a:prstGeom prst="ellipse">
            <a:avLst/>
          </a:prstGeom>
          <a:solidFill>
            <a:srgbClr val="1764A1"/>
          </a:solidFill>
          <a:ln w="16227">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Key use icon: agent / 7"/>
          <p:cNvSpPr/>
          <p:nvPr/>
        </p:nvSpPr>
        <p:spPr>
          <a:xfrm>
            <a:off x="9226296" y="4304538"/>
            <a:ext cx="34290" cy="34290"/>
          </a:xfrm>
          <a:prstGeom prst="ellipse">
            <a:avLst/>
          </a:prstGeom>
          <a:solidFill>
            <a:srgbClr val="1764A1"/>
          </a:solidFill>
          <a:ln w="16227">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8" name="Key use icon: agent / 8"/>
          <p:cNvCxnSpPr/>
          <p:nvPr/>
        </p:nvCxnSpPr>
        <p:spPr>
          <a:xfrm>
            <a:off x="9123426" y="4407408"/>
            <a:ext cx="114300" cy="0"/>
          </a:xfrm>
          <a:prstGeom prst="line">
            <a:avLst/>
          </a:prstGeom>
          <a:ln w="16227" cap="rnd">
            <a:solidFill>
              <a:srgbClr val="1764A1"/>
            </a:solidFill>
          </a:ln>
        </p:spPr>
        <p:style>
          <a:lnRef idx="2">
            <a:schemeClr val="accent1"/>
          </a:lnRef>
          <a:fillRef idx="0">
            <a:schemeClr val="accent1"/>
          </a:fillRef>
          <a:effectRef idx="1">
            <a:schemeClr val="accent1"/>
          </a:effectRef>
          <a:fontRef idx="minor">
            <a:schemeClr val="tx1"/>
          </a:fontRef>
        </p:style>
      </p:cxnSp>
      <p:sp>
        <p:nvSpPr>
          <p:cNvPr id="79" name="Key use: Agent"/>
          <p:cNvSpPr txBox="1"/>
          <p:nvPr/>
        </p:nvSpPr>
        <p:spPr>
          <a:xfrm>
            <a:off x="9464040" y="4096512"/>
            <a:ext cx="2103120" cy="310896"/>
          </a:xfrm>
          <a:prstGeom prst="rect">
            <a:avLst/>
          </a:prstGeom>
          <a:noFill/>
        </p:spPr>
        <p:txBody>
          <a:bodyPr wrap="square" lIns="0" rIns="0" tIns="0" bIns="0" anchor="ctr">
            <a:spAutoFit/>
          </a:bodyPr>
          <a:lstStyle/>
          <a:p>
            <a:pPr algn="l"/>
            <a:r>
              <a:rPr sz="1800" b="1" lang="en-US">
                <a:solidFill>
                  <a:srgbClr val="1764A1"/>
                </a:solidFill>
                <a:latin typeface="Arial"/>
              </a:rPr>
              <a:t>Agent</a:t>
            </a:r>
          </a:p>
        </p:txBody>
      </p:sp>
      <p:sp>
        <p:nvSpPr>
          <p:cNvPr id="80" name="Key use: Verify signed inference / evidence (AIR)"/>
          <p:cNvSpPr txBox="1"/>
          <p:nvPr/>
        </p:nvSpPr>
        <p:spPr>
          <a:xfrm>
            <a:off x="9015984" y="4526280"/>
            <a:ext cx="2505456" cy="658367"/>
          </a:xfrm>
          <a:prstGeom prst="rect">
            <a:avLst/>
          </a:prstGeom>
          <a:noFill/>
        </p:spPr>
        <p:txBody>
          <a:bodyPr wrap="square" lIns="0" rIns="0" tIns="0" bIns="0" anchor="ctr">
            <a:spAutoFit/>
          </a:bodyPr>
          <a:lstStyle/>
          <a:p>
            <a:pPr algn="l"/>
            <a:r>
              <a:rPr sz="1520" b="0" lang="en-US">
                <a:solidFill>
                  <a:srgbClr val="263440"/>
                </a:solidFill>
                <a:latin typeface="Arial"/>
              </a:rPr>
              <a:t>Verify signed inference
evidence (AIR)</a:t>
            </a:r>
          </a:p>
        </p:txBody>
      </p:sp>
      <p:sp>
        <p:nvSpPr>
          <p:cNvPr id="81" name="Rounded Rectangle 80"/>
          <p:cNvSpPr/>
          <p:nvPr/>
        </p:nvSpPr>
        <p:spPr>
          <a:xfrm>
            <a:off x="4096512" y="2660904"/>
            <a:ext cx="1901952" cy="713232"/>
          </a:xfrm>
          <a:prstGeom prst="roundRect">
            <a:avLst/>
          </a:prstGeom>
          <a:solidFill>
            <a:srgbClr val="FFFFFF"/>
          </a:solidFill>
          <a:ln w="13970">
            <a:solidFill>
              <a:srgbClr val="744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Oval 81"/>
          <p:cNvSpPr/>
          <p:nvPr/>
        </p:nvSpPr>
        <p:spPr>
          <a:xfrm>
            <a:off x="4206240" y="2859145"/>
            <a:ext cx="138257" cy="138257"/>
          </a:xfrm>
          <a:prstGeom prst="ellipse">
            <a:avLst/>
          </a:prstGeom>
          <a:solidFill>
            <a:srgbClr val="FFFFFF"/>
          </a:solidFill>
          <a:ln w="19050">
            <a:solidFill>
              <a:srgbClr val="744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83" name="Connector 82"/>
          <p:cNvCxnSpPr/>
          <p:nvPr/>
        </p:nvCxnSpPr>
        <p:spPr>
          <a:xfrm>
            <a:off x="4341205" y="2928274"/>
            <a:ext cx="174467" cy="0"/>
          </a:xfrm>
          <a:prstGeom prst="line">
            <a:avLst/>
          </a:prstGeom>
          <a:ln w="25400">
            <a:solidFill>
              <a:srgbClr val="7446A6"/>
            </a:solidFill>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a:off x="4446544" y="2928274"/>
            <a:ext cx="0" cy="75712"/>
          </a:xfrm>
          <a:prstGeom prst="line">
            <a:avLst/>
          </a:prstGeom>
          <a:ln w="25400">
            <a:solidFill>
              <a:srgbClr val="7446A6"/>
            </a:solidFill>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a:off x="4505797" y="2928274"/>
            <a:ext cx="0" cy="75712"/>
          </a:xfrm>
          <a:prstGeom prst="line">
            <a:avLst/>
          </a:prstGeom>
          <a:ln w="25400">
            <a:solidFill>
              <a:srgbClr val="7446A6"/>
            </a:solidFill>
          </a:ln>
        </p:spPr>
        <p:style>
          <a:lnRef idx="2">
            <a:schemeClr val="accent1"/>
          </a:lnRef>
          <a:fillRef idx="0">
            <a:schemeClr val="accent1"/>
          </a:fillRef>
          <a:effectRef idx="1">
            <a:schemeClr val="accent1"/>
          </a:effectRef>
          <a:fontRef idx="minor">
            <a:schemeClr val="tx1"/>
          </a:fontRef>
        </p:style>
      </p:cxnSp>
      <p:sp>
        <p:nvSpPr>
          <p:cNvPr id="86" name="Key use: Derived / secp256k1"/>
          <p:cNvSpPr txBox="1"/>
          <p:nvPr/>
        </p:nvSpPr>
        <p:spPr>
          <a:xfrm>
            <a:off x="4599432" y="2752344"/>
            <a:ext cx="1307592" cy="530352"/>
          </a:xfrm>
          <a:prstGeom prst="rect">
            <a:avLst/>
          </a:prstGeom>
          <a:noFill/>
        </p:spPr>
        <p:txBody>
          <a:bodyPr wrap="square" lIns="0" rIns="0" tIns="0" bIns="0" anchor="ctr">
            <a:spAutoFit/>
          </a:bodyPr>
          <a:lstStyle/>
          <a:p>
            <a:pPr algn="ctr"/>
            <a:r>
              <a:rPr sz="1450" b="1" lang="en-US">
                <a:solidFill>
                  <a:srgbClr val="7446A6"/>
                </a:solidFill>
                <a:latin typeface="Arial"/>
              </a:rPr>
              <a:t>Derived
secp256k1</a:t>
            </a:r>
          </a:p>
        </p:txBody>
      </p:sp>
      <p:sp>
        <p:nvSpPr>
          <p:cNvPr id="87" name="Rounded Rectangle 86"/>
          <p:cNvSpPr/>
          <p:nvPr/>
        </p:nvSpPr>
        <p:spPr>
          <a:xfrm>
            <a:off x="6190488" y="2660904"/>
            <a:ext cx="1901952" cy="713232"/>
          </a:xfrm>
          <a:prstGeom prst="roundRect">
            <a:avLst/>
          </a:prstGeom>
          <a:solidFill>
            <a:srgbClr val="FFFFFF"/>
          </a:solidFill>
          <a:ln w="13970">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Oval 87"/>
          <p:cNvSpPr/>
          <p:nvPr/>
        </p:nvSpPr>
        <p:spPr>
          <a:xfrm>
            <a:off x="6300216" y="2859145"/>
            <a:ext cx="138257" cy="138257"/>
          </a:xfrm>
          <a:prstGeom prst="ellipse">
            <a:avLst/>
          </a:prstGeom>
          <a:solidFill>
            <a:srgbClr val="FFFFFF"/>
          </a:solidFill>
          <a:ln w="19050">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89" name="Connector 88"/>
          <p:cNvCxnSpPr/>
          <p:nvPr/>
        </p:nvCxnSpPr>
        <p:spPr>
          <a:xfrm>
            <a:off x="6435181" y="2928274"/>
            <a:ext cx="174467" cy="0"/>
          </a:xfrm>
          <a:prstGeom prst="line">
            <a:avLst/>
          </a:prstGeom>
          <a:ln w="25400">
            <a:solidFill>
              <a:srgbClr val="1764A1"/>
            </a:solidFill>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a:off x="6540520" y="2928274"/>
            <a:ext cx="0" cy="75712"/>
          </a:xfrm>
          <a:prstGeom prst="line">
            <a:avLst/>
          </a:prstGeom>
          <a:ln w="25400">
            <a:solidFill>
              <a:srgbClr val="1764A1"/>
            </a:solidFill>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a:off x="6599773" y="2928274"/>
            <a:ext cx="0" cy="75712"/>
          </a:xfrm>
          <a:prstGeom prst="line">
            <a:avLst/>
          </a:prstGeom>
          <a:ln w="25400">
            <a:solidFill>
              <a:srgbClr val="1764A1"/>
            </a:solidFill>
          </a:ln>
        </p:spPr>
        <p:style>
          <a:lnRef idx="2">
            <a:schemeClr val="accent1"/>
          </a:lnRef>
          <a:fillRef idx="0">
            <a:schemeClr val="accent1"/>
          </a:fillRef>
          <a:effectRef idx="1">
            <a:schemeClr val="accent1"/>
          </a:effectRef>
          <a:fontRef idx="minor">
            <a:schemeClr val="tx1"/>
          </a:fontRef>
        </p:style>
      </p:cxnSp>
      <p:sp>
        <p:nvSpPr>
          <p:cNvPr id="92" name="Key use: Sello / Ed25519"/>
          <p:cNvSpPr txBox="1"/>
          <p:nvPr/>
        </p:nvSpPr>
        <p:spPr>
          <a:xfrm>
            <a:off x="6693407" y="2752344"/>
            <a:ext cx="1307592" cy="530352"/>
          </a:xfrm>
          <a:prstGeom prst="rect">
            <a:avLst/>
          </a:prstGeom>
          <a:noFill/>
        </p:spPr>
        <p:txBody>
          <a:bodyPr wrap="square" lIns="0" rIns="0" tIns="0" bIns="0" anchor="ctr">
            <a:spAutoFit/>
          </a:bodyPr>
          <a:lstStyle/>
          <a:p>
            <a:pPr algn="ctr"/>
            <a:r>
              <a:rPr sz="1450" b="1" lang="en-US">
                <a:solidFill>
                  <a:srgbClr val="1764A1"/>
                </a:solidFill>
                <a:latin typeface="Arial"/>
              </a:rPr>
              <a:t>Sello
Ed25519</a:t>
            </a:r>
          </a:p>
        </p:txBody>
      </p:sp>
      <p:sp>
        <p:nvSpPr>
          <p:cNvPr id="93" name="Rounded Rectangle 92"/>
          <p:cNvSpPr/>
          <p:nvPr/>
        </p:nvSpPr>
        <p:spPr>
          <a:xfrm>
            <a:off x="4096512" y="4041648"/>
            <a:ext cx="1901952" cy="713232"/>
          </a:xfrm>
          <a:prstGeom prst="roundRect">
            <a:avLst/>
          </a:prstGeom>
          <a:solidFill>
            <a:srgbClr val="FFFFFF"/>
          </a:solidFill>
          <a:ln w="1397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Oval 93"/>
          <p:cNvSpPr/>
          <p:nvPr/>
        </p:nvSpPr>
        <p:spPr>
          <a:xfrm>
            <a:off x="4206240" y="4239889"/>
            <a:ext cx="138257" cy="138257"/>
          </a:xfrm>
          <a:prstGeom prst="ellipse">
            <a:avLst/>
          </a:prstGeom>
          <a:solidFill>
            <a:srgbClr val="FFFFFF"/>
          </a:solidFill>
          <a:ln w="1905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95" name="Connector 94"/>
          <p:cNvCxnSpPr/>
          <p:nvPr/>
        </p:nvCxnSpPr>
        <p:spPr>
          <a:xfrm>
            <a:off x="4341205" y="4309018"/>
            <a:ext cx="174467" cy="0"/>
          </a:xfrm>
          <a:prstGeom prst="line">
            <a:avLst/>
          </a:prstGeom>
          <a:ln w="2540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a:off x="4446544" y="4309018"/>
            <a:ext cx="0" cy="75712"/>
          </a:xfrm>
          <a:prstGeom prst="line">
            <a:avLst/>
          </a:prstGeom>
          <a:ln w="25400">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a:off x="4505797" y="4309018"/>
            <a:ext cx="0" cy="75712"/>
          </a:xfrm>
          <a:prstGeom prst="line">
            <a:avLst/>
          </a:prstGeom>
          <a:ln w="25400">
            <a:solidFill>
              <a:srgbClr val="207548"/>
            </a:solidFill>
          </a:ln>
        </p:spPr>
        <p:style>
          <a:lnRef idx="2">
            <a:schemeClr val="accent1"/>
          </a:lnRef>
          <a:fillRef idx="0">
            <a:schemeClr val="accent1"/>
          </a:fillRef>
          <a:effectRef idx="1">
            <a:schemeClr val="accent1"/>
          </a:effectRef>
          <a:fontRef idx="minor">
            <a:schemeClr val="tx1"/>
          </a:fontRef>
        </p:style>
      </p:cxnSp>
      <p:sp>
        <p:nvSpPr>
          <p:cNvPr id="98" name="Key use: Random / RSA-3072"/>
          <p:cNvSpPr txBox="1"/>
          <p:nvPr/>
        </p:nvSpPr>
        <p:spPr>
          <a:xfrm>
            <a:off x="4599432" y="4133087"/>
            <a:ext cx="1307592" cy="530352"/>
          </a:xfrm>
          <a:prstGeom prst="rect">
            <a:avLst/>
          </a:prstGeom>
          <a:noFill/>
        </p:spPr>
        <p:txBody>
          <a:bodyPr wrap="square" lIns="0" rIns="0" tIns="0" bIns="0" anchor="ctr">
            <a:spAutoFit/>
          </a:bodyPr>
          <a:lstStyle/>
          <a:p>
            <a:pPr algn="ctr"/>
            <a:r>
              <a:rPr sz="1450" b="1" lang="en-US">
                <a:solidFill>
                  <a:srgbClr val="207548"/>
                </a:solidFill>
                <a:latin typeface="Arial"/>
              </a:rPr>
              <a:t>Random
RSA-3072</a:t>
            </a:r>
          </a:p>
        </p:txBody>
      </p:sp>
      <p:sp>
        <p:nvSpPr>
          <p:cNvPr id="99" name="Rounded Rectangle 98"/>
          <p:cNvSpPr/>
          <p:nvPr/>
        </p:nvSpPr>
        <p:spPr>
          <a:xfrm>
            <a:off x="6190488" y="4041648"/>
            <a:ext cx="1901952" cy="713232"/>
          </a:xfrm>
          <a:prstGeom prst="roundRect">
            <a:avLst/>
          </a:prstGeom>
          <a:solidFill>
            <a:srgbClr val="FFFFFF"/>
          </a:solidFill>
          <a:ln w="13970">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Oval 99"/>
          <p:cNvSpPr/>
          <p:nvPr/>
        </p:nvSpPr>
        <p:spPr>
          <a:xfrm>
            <a:off x="6300216" y="4239889"/>
            <a:ext cx="138257" cy="138257"/>
          </a:xfrm>
          <a:prstGeom prst="ellipse">
            <a:avLst/>
          </a:prstGeom>
          <a:solidFill>
            <a:srgbClr val="FFFFFF"/>
          </a:solidFill>
          <a:ln w="19050">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01" name="Connector 100"/>
          <p:cNvCxnSpPr/>
          <p:nvPr/>
        </p:nvCxnSpPr>
        <p:spPr>
          <a:xfrm>
            <a:off x="6435181" y="4309018"/>
            <a:ext cx="174467" cy="0"/>
          </a:xfrm>
          <a:prstGeom prst="line">
            <a:avLst/>
          </a:prstGeom>
          <a:ln w="25400">
            <a:solidFill>
              <a:srgbClr val="1764A1"/>
            </a:solidFill>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a:off x="6540520" y="4309018"/>
            <a:ext cx="0" cy="75712"/>
          </a:xfrm>
          <a:prstGeom prst="line">
            <a:avLst/>
          </a:prstGeom>
          <a:ln w="25400">
            <a:solidFill>
              <a:srgbClr val="1764A1"/>
            </a:solidFill>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a:off x="6599773" y="4309018"/>
            <a:ext cx="0" cy="75712"/>
          </a:xfrm>
          <a:prstGeom prst="line">
            <a:avLst/>
          </a:prstGeom>
          <a:ln w="25400">
            <a:solidFill>
              <a:srgbClr val="1764A1"/>
            </a:solidFill>
          </a:ln>
        </p:spPr>
        <p:style>
          <a:lnRef idx="2">
            <a:schemeClr val="accent1"/>
          </a:lnRef>
          <a:fillRef idx="0">
            <a:schemeClr val="accent1"/>
          </a:fillRef>
          <a:effectRef idx="1">
            <a:schemeClr val="accent1"/>
          </a:effectRef>
          <a:fontRef idx="minor">
            <a:schemeClr val="tx1"/>
          </a:fontRef>
        </p:style>
      </p:cxnSp>
      <p:sp>
        <p:nvSpPr>
          <p:cNvPr id="104" name="Key use: AIR / Ed25519"/>
          <p:cNvSpPr txBox="1"/>
          <p:nvPr/>
        </p:nvSpPr>
        <p:spPr>
          <a:xfrm>
            <a:off x="6693407" y="4133087"/>
            <a:ext cx="1307592" cy="530352"/>
          </a:xfrm>
          <a:prstGeom prst="rect">
            <a:avLst/>
          </a:prstGeom>
          <a:noFill/>
        </p:spPr>
        <p:txBody>
          <a:bodyPr wrap="square" lIns="0" rIns="0" tIns="0" bIns="0" anchor="ctr">
            <a:spAutoFit/>
          </a:bodyPr>
          <a:lstStyle/>
          <a:p>
            <a:pPr algn="ctr"/>
            <a:r>
              <a:rPr sz="1450" b="1" lang="en-US">
                <a:solidFill>
                  <a:srgbClr val="1764A1"/>
                </a:solidFill>
                <a:latin typeface="Arial"/>
              </a:rPr>
              <a:t>AIR
Ed25519</a:t>
            </a:r>
          </a:p>
        </p:txBody>
      </p:sp>
      <p:cxnSp>
        <p:nvCxnSpPr>
          <p:cNvPr id="105" name="Connector 104"/>
          <p:cNvCxnSpPr/>
          <p:nvPr/>
        </p:nvCxnSpPr>
        <p:spPr>
          <a:xfrm flipH="1">
            <a:off x="3374136" y="3008376"/>
            <a:ext cx="694944" cy="0"/>
          </a:xfrm>
          <a:prstGeom prst="line">
            <a:avLst/>
          </a:prstGeom>
          <a:ln w="22860">
            <a:solidFill>
              <a:srgbClr val="7446A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06" name="Connector 105"/>
          <p:cNvCxnSpPr/>
          <p:nvPr/>
        </p:nvCxnSpPr>
        <p:spPr>
          <a:xfrm>
            <a:off x="8119872" y="3008376"/>
            <a:ext cx="694944" cy="0"/>
          </a:xfrm>
          <a:prstGeom prst="line">
            <a:avLst/>
          </a:prstGeom>
          <a:ln w="22860">
            <a:solidFill>
              <a:srgbClr val="1764A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flipH="1">
            <a:off x="3374136" y="4398264"/>
            <a:ext cx="694944" cy="0"/>
          </a:xfrm>
          <a:prstGeom prst="line">
            <a:avLst/>
          </a:prstGeom>
          <a:ln w="22860">
            <a:solidFill>
              <a:srgbClr val="20754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a:off x="8119872" y="4398264"/>
            <a:ext cx="694944" cy="0"/>
          </a:xfrm>
          <a:prstGeom prst="line">
            <a:avLst/>
          </a:prstGeom>
          <a:ln w="22860">
            <a:solidFill>
              <a:srgbClr val="1764A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9" name="Rounded Rectangle 108"/>
          <p:cNvSpPr/>
          <p:nvPr/>
        </p:nvSpPr>
        <p:spPr>
          <a:xfrm>
            <a:off x="4096512" y="5038344"/>
            <a:ext cx="3995928" cy="310896"/>
          </a:xfrm>
          <a:prstGeom prst="roundRect">
            <a:avLst/>
          </a:prstGeom>
          <a:solidFill>
            <a:srgbClr val="EDF6F0"/>
          </a:solidFill>
          <a:ln w="1397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Key use: Derived AES-GCM seals RSA state"/>
          <p:cNvSpPr txBox="1"/>
          <p:nvPr/>
        </p:nvSpPr>
        <p:spPr>
          <a:xfrm>
            <a:off x="4169664" y="5070348"/>
            <a:ext cx="3849624" cy="246888"/>
          </a:xfrm>
          <a:prstGeom prst="rect">
            <a:avLst/>
          </a:prstGeom>
          <a:noFill/>
        </p:spPr>
        <p:txBody>
          <a:bodyPr wrap="square" lIns="0" rIns="0" tIns="0" bIns="0" anchor="ctr">
            <a:spAutoFit/>
          </a:bodyPr>
          <a:lstStyle/>
          <a:p>
            <a:pPr algn="ctr"/>
            <a:r>
              <a:rPr sz="1400" b="1" lang="en-US">
                <a:solidFill>
                  <a:srgbClr val="207548"/>
                </a:solidFill>
                <a:latin typeface="Arial"/>
              </a:rPr>
              <a:t>Derived AES-GCM seals RSA state</a:t>
            </a:r>
          </a:p>
        </p:txBody>
      </p:sp>
      <p:cxnSp>
        <p:nvCxnSpPr>
          <p:cNvPr id="111" name="Connector 110"/>
          <p:cNvCxnSpPr/>
          <p:nvPr/>
        </p:nvCxnSpPr>
        <p:spPr>
          <a:xfrm flipV="1">
            <a:off x="5056632" y="4782312"/>
            <a:ext cx="0" cy="228600"/>
          </a:xfrm>
          <a:prstGeom prst="line">
            <a:avLst/>
          </a:prstGeom>
          <a:ln w="19050">
            <a:solidFill>
              <a:srgbClr val="207548"/>
            </a:solidFill>
            <a:tailEnd type="triangle" w="med" len="med"/>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theme/theme1.xml><?xml version="1.0" encoding="utf-8"?>
<a:theme xmlns:a="http://schemas.openxmlformats.org/drawingml/2006/main" name="Titelfolien zur Auswahl">
  <a:themeElements>
    <a:clrScheme name="TU Berlin">
      <a:dk1>
        <a:srgbClr val="434343"/>
      </a:dk1>
      <a:lt1>
        <a:srgbClr val="FFFFFF"/>
      </a:lt1>
      <a:dk2>
        <a:srgbClr val="434343"/>
      </a:dk2>
      <a:lt2>
        <a:srgbClr val="E7E6E6"/>
      </a:lt2>
      <a:accent1>
        <a:srgbClr val="C30D1E"/>
      </a:accent1>
      <a:accent2>
        <a:srgbClr val="B2B2B2"/>
      </a:accent2>
      <a:accent3>
        <a:srgbClr val="FF6C00"/>
      </a:accent3>
      <a:accent4>
        <a:srgbClr val="1F90CC"/>
      </a:accent4>
      <a:accent5>
        <a:srgbClr val="9013FE"/>
      </a:accent5>
      <a:accent6>
        <a:srgbClr val="49CB40"/>
      </a:accent6>
      <a:hlink>
        <a:srgbClr val="C30D1E"/>
      </a:hlink>
      <a:folHlink>
        <a:srgbClr val="C30D1E"/>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äsentation1" id="{AF5D8605-2613-D24D-AB7D-44425CE5E9EB}" vid="{4A2A0730-D474-B642-9EC8-245B2B7F7B17}"/>
    </a:ext>
  </a:extLst>
</a:theme>
</file>

<file path=ppt/theme/theme2.xml><?xml version="1.0" encoding="utf-8"?>
<a:theme xmlns:a="http://schemas.openxmlformats.org/drawingml/2006/main" name="Master für Folgeseiten">
  <a:themeElements>
    <a:clrScheme name="TU Berlin ">
      <a:dk1>
        <a:srgbClr val="434343"/>
      </a:dk1>
      <a:lt1>
        <a:srgbClr val="FFFFFF"/>
      </a:lt1>
      <a:dk2>
        <a:srgbClr val="434343"/>
      </a:dk2>
      <a:lt2>
        <a:srgbClr val="E7E6E6"/>
      </a:lt2>
      <a:accent1>
        <a:srgbClr val="C30D1E"/>
      </a:accent1>
      <a:accent2>
        <a:srgbClr val="B2B2B2"/>
      </a:accent2>
      <a:accent3>
        <a:srgbClr val="FF6C00"/>
      </a:accent3>
      <a:accent4>
        <a:srgbClr val="1F90CC"/>
      </a:accent4>
      <a:accent5>
        <a:srgbClr val="9013FE"/>
      </a:accent5>
      <a:accent6>
        <a:srgbClr val="49CB40"/>
      </a:accent6>
      <a:hlink>
        <a:srgbClr val="C30D1E"/>
      </a:hlink>
      <a:folHlink>
        <a:srgbClr val="C30D1E"/>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äsentation1" id="{AF5D8605-2613-D24D-AB7D-44425CE5E9EB}" vid="{6D2ACD7B-51E4-3F4D-A883-FB2A0ECC7C66}"/>
    </a:ext>
  </a:extLst>
</a:theme>
</file>

<file path=ppt/theme/theme3.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TU-Berlin-Praesentation-Master-einfarbig-Rot</Template>
  <TotalTime>0</TotalTime>
  <Words>59</Words>
  <Application>Microsoft Office PowerPoint</Application>
  <PresentationFormat>Breitbild</PresentationFormat>
  <Paragraphs>5</Paragraphs>
  <Slides>5</Slides>
  <Notes>0</Notes>
  <HiddenSlides>0</HiddenSlides>
  <MMClips>0</MMClips>
  <ScaleCrop>false</ScaleCrop>
  <HeadingPairs>
    <vt:vector size="6" baseType="variant">
      <vt:variant>
        <vt:lpstr>Verwendete Schriftarten</vt:lpstr>
      </vt:variant>
      <vt:variant>
        <vt:i4>3</vt:i4>
      </vt:variant>
      <vt:variant>
        <vt:lpstr>Design</vt:lpstr>
      </vt:variant>
      <vt:variant>
        <vt:i4>2</vt:i4>
      </vt:variant>
      <vt:variant>
        <vt:lpstr>Folientitel</vt:lpstr>
      </vt:variant>
      <vt:variant>
        <vt:i4>5</vt:i4>
      </vt:variant>
    </vt:vector>
  </HeadingPairs>
  <TitlesOfParts>
    <vt:vector size="10" baseType="lpstr">
      <vt:lpstr>Arial</vt:lpstr>
      <vt:lpstr>Calibri</vt:lpstr>
      <vt:lpstr>Symbol</vt:lpstr>
      <vt:lpstr>Titelfolien zur Auswahl</vt:lpstr>
      <vt:lpstr>Master für Folgeseiten</vt:lpstr>
      <vt:lpstr>PowerPoint-Präsentation</vt:lpstr>
      <vt:lpstr>PowerPoint-Präsentation</vt:lpstr>
      <vt:lpstr>PowerPoint-Präsentation</vt:lpstr>
      <vt:lpstr>PowerPoint-Präsentation</vt:lpstr>
      <vt:lpstr>PowerPoint-Präsentation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VITA-FL — Master's Thesis Presentation</dc:title>
  <dc:creator>Ramon Mehrpoya</dc:creator>
  <cp:lastModifiedBy>Friedrich, Ulrike</cp:lastModifiedBy>
  <cp:revision>3</cp:revision>
  <cp:lastPrinted>2021-03-24T16:10:50Z</cp:lastPrinted>
  <dcterms:created xsi:type="dcterms:W3CDTF">2023-04-20T08:54:03Z</dcterms:created>
  <dcterms:modified xsi:type="dcterms:W3CDTF">2025-06-16T09:49:54Z</dcterms:modified>
  <dc:subject>Verifiable Decentralized Federated Machine Learning and Inference for AI Agent Systems</dc:subject>
  <cp:keywords>VITA-FL, DFL, TEE, attested inference, transparency log</cp:keywords>
  <dc:language>en-US</dc:language>
</cp:coreProperties>
</file>