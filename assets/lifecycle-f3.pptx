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notesMasters/notesMaster1.xml" ContentType="application/vnd.openxmlformats-officedocument.presentationml.notesMaster+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 id="2147483710" r:id="rId2"/>
  </p:sldMasterIdLst>
  <p:notesMasterIdLst>
    <p:notesMasterId r:id="rId8"/>
  </p:notesMasterIdLst>
  <p:sldIdLst>
    <p:sldId id="258" r:id="rId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40D1E"/>
    <a:srgbClr val="9013FE"/>
    <a:srgbClr val="1F90CC"/>
    <a:srgbClr val="434343"/>
    <a:srgbClr val="C40E02"/>
    <a:srgbClr val="FFFFFF"/>
    <a:srgbClr val="49CB40"/>
    <a:srgbClr val="C50E1F"/>
    <a:srgbClr val="B2B2B2"/>
    <a:srgbClr val="71717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73" autoAdjust="0"/>
    <p:restoredTop sz="96327"/>
  </p:normalViewPr>
  <p:slideViewPr>
    <p:cSldViewPr snapToGrid="0" snapToObjects="1">
      <p:cViewPr varScale="1">
        <p:scale>
          <a:sx n="81" d="100"/>
          <a:sy n="81" d="100"/>
        </p:scale>
        <p:origin x="542" y="48"/>
      </p:cViewPr>
      <p:guideLst/>
    </p:cSldViewPr>
  </p:slideViewPr>
  <p:notesTextViewPr>
    <p:cViewPr>
      <p:scale>
        <a:sx n="1" d="1"/>
        <a:sy n="1" d="1"/>
      </p:scale>
      <p:origin x="0" y="0"/>
    </p:cViewPr>
  </p:notesTextViewPr>
  <p:notesViewPr>
    <p:cSldViewPr snapToGrid="0" snapToObjects="1" showGuides="1">
      <p:cViewPr varScale="1">
        <p:scale>
          <a:sx n="153" d="100"/>
          <a:sy n="153" d="100"/>
        </p:scale>
        <p:origin x="4920" y="192"/>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5" Type="http://schemas.openxmlformats.org/officeDocument/2006/relationships/slide" Target="slides/slide3.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0A6180F-3EA1-4748-B4F4-956BB5176995}" type="datetimeFigureOut">
              <a:rPr lang="de-DE" smtClean="0"/>
              <a:t>16.06.2025</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13C3961-1900-1342-BF9B-82C3215CD312}" type="slidenum">
              <a:rPr lang="de-DE" smtClean="0"/>
              <a:t>‹Nr.›</a:t>
            </a:fld>
            <a:endParaRPr lang="de-DE"/>
          </a:p>
        </p:txBody>
      </p:sp>
    </p:spTree>
    <p:extLst>
      <p:ext uri="{BB962C8B-B14F-4D97-AF65-F5344CB8AC3E}">
        <p14:creationId xmlns:p14="http://schemas.microsoft.com/office/powerpoint/2010/main" val="8489311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F3: Compact publication arc, closest to the original A silhouette. The aggregator receives direct worker updates. Its Publish transition stores model files in IPFS and finalizes their references on blockchain. The Load transition resolves the finalized reference and retrieves the model from IPFS for the next round. Both source components form a functional section of the loop. The outgoing Published model path summarizes their joint use by inference. Blockchain round coordination and accepted submission commitments are abstracted in this overview.</a:t>
            </a:r>
          </a:p>
          <a:p/>
          <a:p>
            <a:r>
              <a:rPr lang="en-US"/>
              <a:t>Conceptual lifecycle overview, intended before the existing architecture slide (currently page 9). Green is decentralized model production; purple is the published model handoff; blue is agent-mediated use and evidence. The DFL loop represents repeated local training, aggregation, and distribution of the next global model. Aggregation is a participant-assigned role, not a permanent central server. A finalized publication can be used for inference while training can continue in later rounds. The model is consumed by the inference service. The agent invokes tools through MCP; the agent does not execute the trained model itself. The inference service executes the admitted native workload. Its returned result and domain evidence bind model, request, and response. The transparency log records a receiver-issued tool receipt for the inference call; separate domain evidence binds the numeric inference input and output. The drawing does not claim that every training event is written to this log or that log inclusion alone verifies computation. No automatic feedback or retraining from inference is implied. Quote, RTMR3, and deployment boundaries are deliberately abstracted. Admission and retained signing identities underpin attested execution; the overview does not imply a fresh full DCAP check on each inference. Arrows labelled Result show a returned tool result, not an assertion that patient records enter the language-model context.</a:t>
            </a:r>
          </a:p>
          <a:p/>
          <a:p>
            <a:r>
              <a:rPr lang="en-US"/>
              <a:t>Verified against vita-fl/dfl/node_server/src/server.ts and ipfs.ts. Workers obtain the finalized global-model CID tuple from blockchain, then retrieve and decrypt its bundle from IPFS (ipfs.ts:380-435). They train locally and send encrypted local updates directly to the current aggregator over authenticated HTTPS (server.ts:463-533, 2110-2180). Local updates are not exchanged through IPFS. The aggregator records accepted submission commitments on blockchain (server.ts:672-702), aggregates updates (server.ts:2313-2330), uploads the encrypted global bundle, signature, and key bundle to IPFS, then commits the CID tuple on blockchain to finalize the round (ipfs.ts:315-346; GMStorage.sol:180-248). AggregatorSelection.sol:171-195 selects the next aggregator; it can select the same participant again. The model is loaded for the next round. Publication arrows summarize operations performed by the aggregator; IPFS does not itself submit blockchain transactions. Blockchain carries references and round state, not model weights. The inference receiver resolves the finalized reference and retrieves the model bundle independently. Source-to-inference arrows show information consumed; the receiver initiates retrieval. Placement in a circle does not define a common TEE or trust boundary. The transparency log is separate from blockchain and records the receiver-issued tool receipt.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el - Text und Bild">
    <p:spTree>
      <p:nvGrpSpPr>
        <p:cNvPr id="1" name=""/>
        <p:cNvGrpSpPr/>
        <p:nvPr/>
      </p:nvGrpSpPr>
      <p:grpSpPr>
        <a:xfrm>
          <a:off x="0" y="0"/>
          <a:ext cx="0" cy="0"/>
          <a:chOff x="0" y="0"/>
          <a:chExt cx="0" cy="0"/>
        </a:xfrm>
      </p:grpSpPr>
      <p:sp>
        <p:nvSpPr>
          <p:cNvPr id="3" name="Bildplatzhalter 23">
            <a:extLst>
              <a:ext uri="{FF2B5EF4-FFF2-40B4-BE49-F238E27FC236}">
                <a16:creationId xmlns:a16="http://schemas.microsoft.com/office/drawing/2014/main" id="{9A036687-F2BF-7B4C-A352-6E1D355D125D}"/>
              </a:ext>
            </a:extLst>
          </p:cNvPr>
          <p:cNvSpPr>
            <a:spLocks noGrp="1"/>
          </p:cNvSpPr>
          <p:nvPr>
            <p:ph type="pic" sz="quarter" idx="17" hasCustomPrompt="1"/>
          </p:nvPr>
        </p:nvSpPr>
        <p:spPr>
          <a:xfrm>
            <a:off x="-6479" y="1260572"/>
            <a:ext cx="8885359" cy="3273604"/>
          </a:xfrm>
          <a:custGeom>
            <a:avLst/>
            <a:gdLst>
              <a:gd name="connsiteX0" fmla="*/ 0 w 8328660"/>
              <a:gd name="connsiteY0" fmla="*/ 0 h 3143274"/>
              <a:gd name="connsiteX1" fmla="*/ 8328660 w 8328660"/>
              <a:gd name="connsiteY1" fmla="*/ 0 h 3143274"/>
              <a:gd name="connsiteX2" fmla="*/ 8328660 w 8328660"/>
              <a:gd name="connsiteY2" fmla="*/ 3143274 h 3143274"/>
              <a:gd name="connsiteX3" fmla="*/ 0 w 8328660"/>
              <a:gd name="connsiteY3" fmla="*/ 3143274 h 3143274"/>
              <a:gd name="connsiteX4" fmla="*/ 0 w 8328660"/>
              <a:gd name="connsiteY4" fmla="*/ 0 h 3143274"/>
              <a:gd name="connsiteX0" fmla="*/ 0 w 8336280"/>
              <a:gd name="connsiteY0" fmla="*/ 601980 h 3745254"/>
              <a:gd name="connsiteX1" fmla="*/ 8336280 w 8336280"/>
              <a:gd name="connsiteY1" fmla="*/ 0 h 3745254"/>
              <a:gd name="connsiteX2" fmla="*/ 8328660 w 8336280"/>
              <a:gd name="connsiteY2" fmla="*/ 3745254 h 3745254"/>
              <a:gd name="connsiteX3" fmla="*/ 0 w 8336280"/>
              <a:gd name="connsiteY3" fmla="*/ 3745254 h 3745254"/>
              <a:gd name="connsiteX4" fmla="*/ 0 w 8336280"/>
              <a:gd name="connsiteY4" fmla="*/ 601980 h 3745254"/>
              <a:gd name="connsiteX0" fmla="*/ 0 w 8336280"/>
              <a:gd name="connsiteY0" fmla="*/ 601980 h 3745254"/>
              <a:gd name="connsiteX1" fmla="*/ 8336280 w 8336280"/>
              <a:gd name="connsiteY1" fmla="*/ 0 h 3745254"/>
              <a:gd name="connsiteX2" fmla="*/ 8321040 w 8336280"/>
              <a:gd name="connsiteY2" fmla="*/ 3242334 h 3745254"/>
              <a:gd name="connsiteX3" fmla="*/ 0 w 8336280"/>
              <a:gd name="connsiteY3" fmla="*/ 3745254 h 3745254"/>
              <a:gd name="connsiteX4" fmla="*/ 0 w 8336280"/>
              <a:gd name="connsiteY4" fmla="*/ 601980 h 3745254"/>
              <a:gd name="connsiteX0" fmla="*/ 0 w 8336280"/>
              <a:gd name="connsiteY0" fmla="*/ 286029 h 3429303"/>
              <a:gd name="connsiteX1" fmla="*/ 8336280 w 8336280"/>
              <a:gd name="connsiteY1" fmla="*/ 0 h 3429303"/>
              <a:gd name="connsiteX2" fmla="*/ 8321040 w 8336280"/>
              <a:gd name="connsiteY2" fmla="*/ 2926383 h 3429303"/>
              <a:gd name="connsiteX3" fmla="*/ 0 w 8336280"/>
              <a:gd name="connsiteY3" fmla="*/ 3429303 h 3429303"/>
              <a:gd name="connsiteX4" fmla="*/ 0 w 8336280"/>
              <a:gd name="connsiteY4" fmla="*/ 286029 h 3429303"/>
              <a:gd name="connsiteX0" fmla="*/ 0 w 8339997"/>
              <a:gd name="connsiteY0" fmla="*/ 312049 h 3429303"/>
              <a:gd name="connsiteX1" fmla="*/ 8339997 w 8339997"/>
              <a:gd name="connsiteY1" fmla="*/ 0 h 3429303"/>
              <a:gd name="connsiteX2" fmla="*/ 8324757 w 8339997"/>
              <a:gd name="connsiteY2" fmla="*/ 2926383 h 3429303"/>
              <a:gd name="connsiteX3" fmla="*/ 3717 w 8339997"/>
              <a:gd name="connsiteY3" fmla="*/ 3429303 h 3429303"/>
              <a:gd name="connsiteX4" fmla="*/ 0 w 8339997"/>
              <a:gd name="connsiteY4" fmla="*/ 312049 h 3429303"/>
              <a:gd name="connsiteX0" fmla="*/ 0 w 8343172"/>
              <a:gd name="connsiteY0" fmla="*/ 305699 h 3429303"/>
              <a:gd name="connsiteX1" fmla="*/ 8343172 w 8343172"/>
              <a:gd name="connsiteY1" fmla="*/ 0 h 3429303"/>
              <a:gd name="connsiteX2" fmla="*/ 8327932 w 8343172"/>
              <a:gd name="connsiteY2" fmla="*/ 2926383 h 3429303"/>
              <a:gd name="connsiteX3" fmla="*/ 6892 w 8343172"/>
              <a:gd name="connsiteY3" fmla="*/ 3429303 h 3429303"/>
              <a:gd name="connsiteX4" fmla="*/ 0 w 8343172"/>
              <a:gd name="connsiteY4" fmla="*/ 305699 h 3429303"/>
              <a:gd name="connsiteX0" fmla="*/ 0 w 8349522"/>
              <a:gd name="connsiteY0" fmla="*/ 308874 h 3429303"/>
              <a:gd name="connsiteX1" fmla="*/ 8349522 w 8349522"/>
              <a:gd name="connsiteY1" fmla="*/ 0 h 3429303"/>
              <a:gd name="connsiteX2" fmla="*/ 8334282 w 8349522"/>
              <a:gd name="connsiteY2" fmla="*/ 2926383 h 3429303"/>
              <a:gd name="connsiteX3" fmla="*/ 13242 w 8349522"/>
              <a:gd name="connsiteY3" fmla="*/ 3429303 h 3429303"/>
              <a:gd name="connsiteX4" fmla="*/ 0 w 8349522"/>
              <a:gd name="connsiteY4" fmla="*/ 308874 h 3429303"/>
              <a:gd name="connsiteX0" fmla="*/ 0 w 8352697"/>
              <a:gd name="connsiteY0" fmla="*/ 312049 h 3429303"/>
              <a:gd name="connsiteX1" fmla="*/ 8352697 w 8352697"/>
              <a:gd name="connsiteY1" fmla="*/ 0 h 3429303"/>
              <a:gd name="connsiteX2" fmla="*/ 8337457 w 8352697"/>
              <a:gd name="connsiteY2" fmla="*/ 2926383 h 3429303"/>
              <a:gd name="connsiteX3" fmla="*/ 16417 w 8352697"/>
              <a:gd name="connsiteY3" fmla="*/ 3429303 h 3429303"/>
              <a:gd name="connsiteX4" fmla="*/ 0 w 8352697"/>
              <a:gd name="connsiteY4" fmla="*/ 312049 h 3429303"/>
              <a:gd name="connsiteX0" fmla="*/ 0 w 8349522"/>
              <a:gd name="connsiteY0" fmla="*/ 302524 h 3429303"/>
              <a:gd name="connsiteX1" fmla="*/ 8349522 w 8349522"/>
              <a:gd name="connsiteY1" fmla="*/ 0 h 3429303"/>
              <a:gd name="connsiteX2" fmla="*/ 8334282 w 8349522"/>
              <a:gd name="connsiteY2" fmla="*/ 2926383 h 3429303"/>
              <a:gd name="connsiteX3" fmla="*/ 13242 w 8349522"/>
              <a:gd name="connsiteY3" fmla="*/ 3429303 h 3429303"/>
              <a:gd name="connsiteX4" fmla="*/ 0 w 8349522"/>
              <a:gd name="connsiteY4" fmla="*/ 302524 h 3429303"/>
              <a:gd name="connsiteX0" fmla="*/ 0 w 8349522"/>
              <a:gd name="connsiteY0" fmla="*/ 302524 h 3226103"/>
              <a:gd name="connsiteX1" fmla="*/ 8349522 w 8349522"/>
              <a:gd name="connsiteY1" fmla="*/ 0 h 3226103"/>
              <a:gd name="connsiteX2" fmla="*/ 8334282 w 8349522"/>
              <a:gd name="connsiteY2" fmla="*/ 2926383 h 3226103"/>
              <a:gd name="connsiteX3" fmla="*/ 13242 w 8349522"/>
              <a:gd name="connsiteY3" fmla="*/ 3226103 h 3226103"/>
              <a:gd name="connsiteX4" fmla="*/ 0 w 8349522"/>
              <a:gd name="connsiteY4" fmla="*/ 302524 h 3226103"/>
              <a:gd name="connsiteX0" fmla="*/ 0 w 8883911"/>
              <a:gd name="connsiteY0" fmla="*/ 326274 h 3226103"/>
              <a:gd name="connsiteX1" fmla="*/ 8883911 w 8883911"/>
              <a:gd name="connsiteY1" fmla="*/ 0 h 3226103"/>
              <a:gd name="connsiteX2" fmla="*/ 8868671 w 8883911"/>
              <a:gd name="connsiteY2" fmla="*/ 2926383 h 3226103"/>
              <a:gd name="connsiteX3" fmla="*/ 547631 w 8883911"/>
              <a:gd name="connsiteY3" fmla="*/ 3226103 h 3226103"/>
              <a:gd name="connsiteX4" fmla="*/ 0 w 8883911"/>
              <a:gd name="connsiteY4" fmla="*/ 326274 h 3226103"/>
              <a:gd name="connsiteX0" fmla="*/ 0 w 8872036"/>
              <a:gd name="connsiteY0" fmla="*/ 326274 h 3226103"/>
              <a:gd name="connsiteX1" fmla="*/ 8872036 w 8872036"/>
              <a:gd name="connsiteY1" fmla="*/ 0 h 3226103"/>
              <a:gd name="connsiteX2" fmla="*/ 8856796 w 8872036"/>
              <a:gd name="connsiteY2" fmla="*/ 2926383 h 3226103"/>
              <a:gd name="connsiteX3" fmla="*/ 535756 w 8872036"/>
              <a:gd name="connsiteY3" fmla="*/ 3226103 h 3226103"/>
              <a:gd name="connsiteX4" fmla="*/ 0 w 8872036"/>
              <a:gd name="connsiteY4" fmla="*/ 326274 h 3226103"/>
              <a:gd name="connsiteX0" fmla="*/ 34357 w 8906393"/>
              <a:gd name="connsiteY0" fmla="*/ 326274 h 3273604"/>
              <a:gd name="connsiteX1" fmla="*/ 8906393 w 8906393"/>
              <a:gd name="connsiteY1" fmla="*/ 0 h 3273604"/>
              <a:gd name="connsiteX2" fmla="*/ 8891153 w 8906393"/>
              <a:gd name="connsiteY2" fmla="*/ 2926383 h 3273604"/>
              <a:gd name="connsiteX3" fmla="*/ 98 w 8906393"/>
              <a:gd name="connsiteY3" fmla="*/ 3273604 h 3273604"/>
              <a:gd name="connsiteX4" fmla="*/ 34357 w 8906393"/>
              <a:gd name="connsiteY4" fmla="*/ 326274 h 3273604"/>
              <a:gd name="connsiteX0" fmla="*/ 0 w 8907662"/>
              <a:gd name="connsiteY0" fmla="*/ 338149 h 3273604"/>
              <a:gd name="connsiteX1" fmla="*/ 8907662 w 8907662"/>
              <a:gd name="connsiteY1" fmla="*/ 0 h 3273604"/>
              <a:gd name="connsiteX2" fmla="*/ 8892422 w 8907662"/>
              <a:gd name="connsiteY2" fmla="*/ 2926383 h 3273604"/>
              <a:gd name="connsiteX3" fmla="*/ 1367 w 8907662"/>
              <a:gd name="connsiteY3" fmla="*/ 3273604 h 3273604"/>
              <a:gd name="connsiteX4" fmla="*/ 0 w 8907662"/>
              <a:gd name="connsiteY4" fmla="*/ 338149 h 3273604"/>
              <a:gd name="connsiteX0" fmla="*/ 0 w 8907662"/>
              <a:gd name="connsiteY0" fmla="*/ 338149 h 3273604"/>
              <a:gd name="connsiteX1" fmla="*/ 8907662 w 8907662"/>
              <a:gd name="connsiteY1" fmla="*/ 0 h 3273604"/>
              <a:gd name="connsiteX2" fmla="*/ 8892422 w 8907662"/>
              <a:gd name="connsiteY2" fmla="*/ 2926383 h 3273604"/>
              <a:gd name="connsiteX3" fmla="*/ 32591 w 8907662"/>
              <a:gd name="connsiteY3" fmla="*/ 3273604 h 3273604"/>
              <a:gd name="connsiteX4" fmla="*/ 0 w 8907662"/>
              <a:gd name="connsiteY4" fmla="*/ 338149 h 3273604"/>
              <a:gd name="connsiteX0" fmla="*/ 0 w 8885359"/>
              <a:gd name="connsiteY0" fmla="*/ 338149 h 3273604"/>
              <a:gd name="connsiteX1" fmla="*/ 8885359 w 8885359"/>
              <a:gd name="connsiteY1" fmla="*/ 0 h 3273604"/>
              <a:gd name="connsiteX2" fmla="*/ 8870119 w 8885359"/>
              <a:gd name="connsiteY2" fmla="*/ 2926383 h 3273604"/>
              <a:gd name="connsiteX3" fmla="*/ 10288 w 8885359"/>
              <a:gd name="connsiteY3" fmla="*/ 3273604 h 3273604"/>
              <a:gd name="connsiteX4" fmla="*/ 0 w 8885359"/>
              <a:gd name="connsiteY4" fmla="*/ 338149 h 32736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85359" h="3273604">
                <a:moveTo>
                  <a:pt x="0" y="338149"/>
                </a:moveTo>
                <a:lnTo>
                  <a:pt x="8885359" y="0"/>
                </a:lnTo>
                <a:lnTo>
                  <a:pt x="8870119" y="2926383"/>
                </a:lnTo>
                <a:lnTo>
                  <a:pt x="10288" y="3273604"/>
                </a:lnTo>
                <a:cubicBezTo>
                  <a:pt x="7991" y="2232403"/>
                  <a:pt x="2297" y="1379350"/>
                  <a:pt x="0" y="338149"/>
                </a:cubicBezTo>
                <a:close/>
              </a:path>
            </a:pathLst>
          </a:custGeom>
          <a:solidFill>
            <a:srgbClr val="434343"/>
          </a:solidFill>
        </p:spPr>
        <p:txBody>
          <a:bodyPr lIns="576000" anchor="ctr" anchorCtr="0"/>
          <a:lstStyle>
            <a:lvl1pPr marL="0" indent="0" algn="ctr">
              <a:buNone/>
              <a:defRPr>
                <a:solidFill>
                  <a:schemeClr val="bg1"/>
                </a:solidFill>
                <a:latin typeface="Arial" panose="020B0604020202020204" pitchFamily="34" charset="0"/>
                <a:cs typeface="Arial" panose="020B0604020202020204" pitchFamily="34" charset="0"/>
              </a:defRPr>
            </a:lvl1pPr>
          </a:lstStyle>
          <a:p>
            <a:r>
              <a:rPr lang="de-DE" dirty="0"/>
              <a:t>Platzhalter: Bild Titelfolie</a:t>
            </a:r>
          </a:p>
        </p:txBody>
      </p:sp>
      <p:sp>
        <p:nvSpPr>
          <p:cNvPr id="4" name="Textfeld 3">
            <a:extLst>
              <a:ext uri="{FF2B5EF4-FFF2-40B4-BE49-F238E27FC236}">
                <a16:creationId xmlns:a16="http://schemas.microsoft.com/office/drawing/2014/main" id="{F18C730E-B3F8-944F-8BC2-E236CE7245E4}"/>
              </a:ext>
            </a:extLst>
          </p:cNvPr>
          <p:cNvSpPr txBox="1"/>
          <p:nvPr userDrawn="1"/>
        </p:nvSpPr>
        <p:spPr>
          <a:xfrm>
            <a:off x="-2031023" y="2620375"/>
            <a:ext cx="2021305" cy="1785104"/>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Platzhalterbild ersetzen:</a:t>
            </a:r>
            <a:br>
              <a:rPr lang="de-DE" sz="1000" b="1"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löschen und durch neues Bild ersetzen &gt; über Bildformat &gt; Zuschneiden im Rahmen ggf. nachpositionieren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Copyrightangabe: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Korrektes Copyright angeben (in der Regel Name des*der Fotograf*in), Textfarbe je nach Hintergrund weiß oder schwarz</a:t>
            </a:r>
          </a:p>
        </p:txBody>
      </p:sp>
      <p:sp>
        <p:nvSpPr>
          <p:cNvPr id="5" name="Textfeld 4">
            <a:extLst>
              <a:ext uri="{FF2B5EF4-FFF2-40B4-BE49-F238E27FC236}">
                <a16:creationId xmlns:a16="http://schemas.microsoft.com/office/drawing/2014/main" id="{A7B17960-7FEA-3C44-9F5C-B38F41DF0CD3}"/>
              </a:ext>
            </a:extLst>
          </p:cNvPr>
          <p:cNvSpPr txBox="1"/>
          <p:nvPr userDrawn="1"/>
        </p:nvSpPr>
        <p:spPr>
          <a:xfrm>
            <a:off x="9903" y="-313433"/>
            <a:ext cx="1703672" cy="246221"/>
          </a:xfrm>
          <a:prstGeom prst="rect">
            <a:avLst/>
          </a:prstGeom>
          <a:noFill/>
        </p:spPr>
        <p:txBody>
          <a:bodyPr wrap="square" rtlCol="0">
            <a:spAutoFit/>
          </a:bodyPr>
          <a:lstStyle/>
          <a:p>
            <a:r>
              <a:rPr lang="de-DE" sz="1000" dirty="0">
                <a:latin typeface="Arial" panose="020B0604020202020204" pitchFamily="34" charset="0"/>
                <a:cs typeface="Arial" panose="020B0604020202020204" pitchFamily="34" charset="0"/>
              </a:rPr>
              <a:t>V1: Titelfolie mit Bild</a:t>
            </a:r>
          </a:p>
        </p:txBody>
      </p:sp>
    </p:spTree>
    <p:extLst>
      <p:ext uri="{BB962C8B-B14F-4D97-AF65-F5344CB8AC3E}">
        <p14:creationId xmlns:p14="http://schemas.microsoft.com/office/powerpoint/2010/main" val="27569119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Titel - Text ">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740704DC-2971-A248-9827-94150E3D8746}"/>
              </a:ext>
            </a:extLst>
          </p:cNvPr>
          <p:cNvSpPr txBox="1"/>
          <p:nvPr userDrawn="1"/>
        </p:nvSpPr>
        <p:spPr>
          <a:xfrm>
            <a:off x="9903" y="-313433"/>
            <a:ext cx="1703672" cy="246221"/>
          </a:xfrm>
          <a:prstGeom prst="rect">
            <a:avLst/>
          </a:prstGeom>
          <a:noFill/>
        </p:spPr>
        <p:txBody>
          <a:bodyPr wrap="square" rtlCol="0">
            <a:spAutoFit/>
          </a:bodyPr>
          <a:lstStyle/>
          <a:p>
            <a:r>
              <a:rPr lang="de-DE" sz="1000" dirty="0">
                <a:latin typeface="Arial" panose="020B0604020202020204" pitchFamily="34" charset="0"/>
                <a:cs typeface="Arial" panose="020B0604020202020204" pitchFamily="34" charset="0"/>
              </a:rPr>
              <a:t>V2: Titelfolie ohne Bild</a:t>
            </a:r>
          </a:p>
        </p:txBody>
      </p:sp>
    </p:spTree>
    <p:extLst>
      <p:ext uri="{BB962C8B-B14F-4D97-AF65-F5344CB8AC3E}">
        <p14:creationId xmlns:p14="http://schemas.microsoft.com/office/powerpoint/2010/main" val="15057043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Inhalt - Text und Stichpunkte">
    <p:spTree>
      <p:nvGrpSpPr>
        <p:cNvPr id="1" name=""/>
        <p:cNvGrpSpPr/>
        <p:nvPr/>
      </p:nvGrpSpPr>
      <p:grpSpPr>
        <a:xfrm>
          <a:off x="0" y="0"/>
          <a:ext cx="0" cy="0"/>
          <a:chOff x="0" y="0"/>
          <a:chExt cx="0" cy="0"/>
        </a:xfrm>
      </p:grpSpPr>
      <p:sp>
        <p:nvSpPr>
          <p:cNvPr id="5" name="Textplatzhalter 5">
            <a:extLst>
              <a:ext uri="{FF2B5EF4-FFF2-40B4-BE49-F238E27FC236}">
                <a16:creationId xmlns:a16="http://schemas.microsoft.com/office/drawing/2014/main" id="{D7BD4116-72F8-7D4E-846E-4E9887F60C02}"/>
              </a:ext>
            </a:extLst>
          </p:cNvPr>
          <p:cNvSpPr>
            <a:spLocks noGrp="1"/>
          </p:cNvSpPr>
          <p:nvPr>
            <p:ph type="body" sz="quarter" idx="18" hasCustomPrompt="1"/>
          </p:nvPr>
        </p:nvSpPr>
        <p:spPr>
          <a:xfrm>
            <a:off x="550800" y="3175200"/>
            <a:ext cx="9721850" cy="2124075"/>
          </a:xfrm>
          <a:prstGeom prst="rect">
            <a:avLst/>
          </a:prstGeom>
        </p:spPr>
        <p:txBody>
          <a:bodyPr lIns="0" tIns="0"/>
          <a:lstStyle>
            <a:lvl1pPr marL="2286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1pPr>
            <a:lvl2pPr marL="6858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2pPr>
            <a:lvl3pPr marL="11430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3pPr>
            <a:lvl4pPr marL="16002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4pPr>
            <a:lvl5pPr marL="20574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5pPr>
          </a:lstStyle>
          <a:p>
            <a:pPr lvl="0"/>
            <a:r>
              <a:rPr lang="de-DE" dirty="0"/>
              <a:t>Aufzählung 1. Ebene Arial Regular 18 </a:t>
            </a:r>
            <a:r>
              <a:rPr lang="de-DE" dirty="0" err="1"/>
              <a:t>pt</a:t>
            </a:r>
            <a:r>
              <a:rPr lang="de-DE" dirty="0"/>
              <a:t>, ZA: 24 </a:t>
            </a:r>
            <a:r>
              <a:rPr lang="de-DE" dirty="0" err="1"/>
              <a:t>pt</a:t>
            </a:r>
            <a:endParaRPr lang="de-DE" dirty="0"/>
          </a:p>
          <a:p>
            <a:pPr lvl="1"/>
            <a:r>
              <a:rPr lang="de-DE" dirty="0"/>
              <a:t>2. Ebene</a:t>
            </a:r>
          </a:p>
          <a:p>
            <a:pPr lvl="2"/>
            <a:r>
              <a:rPr lang="de-DE" dirty="0"/>
              <a:t>3. Ebene</a:t>
            </a:r>
          </a:p>
          <a:p>
            <a:pPr lvl="3"/>
            <a:r>
              <a:rPr lang="de-DE" dirty="0"/>
              <a:t>4. Ebene</a:t>
            </a:r>
          </a:p>
          <a:p>
            <a:pPr lvl="4"/>
            <a:r>
              <a:rPr lang="de-DE" dirty="0"/>
              <a:t>5. Ebene</a:t>
            </a:r>
          </a:p>
        </p:txBody>
      </p:sp>
      <p:sp>
        <p:nvSpPr>
          <p:cNvPr id="6" name="Textplatzhalter 2">
            <a:extLst>
              <a:ext uri="{FF2B5EF4-FFF2-40B4-BE49-F238E27FC236}">
                <a16:creationId xmlns:a16="http://schemas.microsoft.com/office/drawing/2014/main" id="{9DAAF3EE-A5B2-F647-838D-0DFAACB4D556}"/>
              </a:ext>
            </a:extLst>
          </p:cNvPr>
          <p:cNvSpPr>
            <a:spLocks noGrp="1"/>
          </p:cNvSpPr>
          <p:nvPr>
            <p:ph type="body" sz="quarter" idx="17" hasCustomPrompt="1"/>
          </p:nvPr>
        </p:nvSpPr>
        <p:spPr>
          <a:xfrm>
            <a:off x="550800" y="1371600"/>
            <a:ext cx="9721850" cy="1526370"/>
          </a:xfrm>
          <a:prstGeom prst="rect">
            <a:avLst/>
          </a:prstGeom>
        </p:spPr>
        <p:txBody>
          <a:bodyPr lIns="0" tIns="0" rIns="0" bIns="0"/>
          <a:lstStyle>
            <a:lvl1pPr marL="0" indent="0">
              <a:lnSpc>
                <a:spcPts val="2400"/>
              </a:lnSpc>
              <a:spcBef>
                <a:spcPts val="0"/>
              </a:spcBef>
              <a:buNone/>
              <a:defRPr sz="1800">
                <a:solidFill>
                  <a:srgbClr val="434343"/>
                </a:solidFill>
                <a:latin typeface="Arial" panose="020B0604020202020204" pitchFamily="34" charset="0"/>
                <a:cs typeface="Arial" panose="020B0604020202020204" pitchFamily="34" charset="0"/>
              </a:defRPr>
            </a:lvl1pPr>
          </a:lstStyle>
          <a:p>
            <a:pPr lvl="0"/>
            <a:r>
              <a:rPr lang="de-DE" dirty="0"/>
              <a:t>Arial Regular 18pt, ZA: 24pt </a:t>
            </a: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consetetur</a:t>
            </a:r>
            <a:r>
              <a:rPr lang="de-DE" dirty="0"/>
              <a:t> </a:t>
            </a:r>
            <a:r>
              <a:rPr lang="de-DE" dirty="0" err="1"/>
              <a:t>sadipscing</a:t>
            </a:r>
            <a:r>
              <a:rPr lang="de-DE" dirty="0"/>
              <a:t> </a:t>
            </a:r>
            <a:r>
              <a:rPr lang="de-DE" dirty="0" err="1"/>
              <a:t>elitr</a:t>
            </a:r>
            <a:r>
              <a:rPr lang="de-DE" dirty="0"/>
              <a:t>, sed </a:t>
            </a:r>
            <a:r>
              <a:rPr lang="de-DE" dirty="0" err="1"/>
              <a:t>diam</a:t>
            </a:r>
            <a:r>
              <a:rPr lang="de-DE" dirty="0"/>
              <a:t> </a:t>
            </a:r>
            <a:r>
              <a:rPr lang="de-DE" dirty="0" err="1"/>
              <a:t>nonumy</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erat, sed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a:t>
            </a:r>
            <a:r>
              <a:rPr lang="de-DE" dirty="0" err="1"/>
              <a:t>erat</a:t>
            </a:r>
            <a:r>
              <a:rPr lang="de-DE" dirty="0"/>
              <a:t>, </a:t>
            </a:r>
            <a:r>
              <a:rPr lang="de-DE" dirty="0" err="1"/>
              <a:t>sed</a:t>
            </a:r>
            <a:r>
              <a:rPr lang="de-DE" dirty="0"/>
              <a:t>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et </a:t>
            </a:r>
            <a:r>
              <a:rPr lang="de-DE" dirty="0" err="1"/>
              <a:t>accusam</a:t>
            </a:r>
            <a:r>
              <a:rPr lang="de-DE" dirty="0"/>
              <a:t> et </a:t>
            </a:r>
            <a:r>
              <a:rPr lang="de-DE" dirty="0" err="1"/>
              <a:t>justo</a:t>
            </a:r>
            <a:r>
              <a:rPr lang="de-DE" dirty="0"/>
              <a:t> </a:t>
            </a:r>
            <a:r>
              <a:rPr lang="de-DE" dirty="0" err="1"/>
              <a:t>duo</a:t>
            </a:r>
            <a:r>
              <a:rPr lang="de-DE" dirty="0"/>
              <a:t> </a:t>
            </a:r>
            <a:r>
              <a:rPr lang="de-DE" dirty="0" err="1"/>
              <a:t>dolores</a:t>
            </a:r>
            <a:r>
              <a:rPr lang="de-DE" dirty="0"/>
              <a:t> et </a:t>
            </a:r>
            <a:r>
              <a:rPr lang="de-DE" dirty="0" err="1"/>
              <a:t>ea</a:t>
            </a:r>
            <a:r>
              <a:rPr lang="de-DE" dirty="0"/>
              <a:t> </a:t>
            </a:r>
            <a:r>
              <a:rPr lang="de-DE" dirty="0" err="1"/>
              <a:t>rebum</a:t>
            </a:r>
            <a:r>
              <a:rPr lang="de-DE" dirty="0"/>
              <a:t>. Stet </a:t>
            </a:r>
            <a:r>
              <a:rPr lang="de-DE" dirty="0" err="1"/>
              <a:t>clita</a:t>
            </a:r>
            <a:r>
              <a:rPr lang="de-DE" dirty="0"/>
              <a:t> </a:t>
            </a:r>
            <a:r>
              <a:rPr lang="de-DE" dirty="0" err="1"/>
              <a:t>kasd</a:t>
            </a:r>
            <a:r>
              <a:rPr lang="de-DE" dirty="0"/>
              <a:t> </a:t>
            </a:r>
            <a:r>
              <a:rPr lang="de-DE" dirty="0" err="1"/>
              <a:t>gubergren</a:t>
            </a:r>
            <a:r>
              <a:rPr lang="de-DE" dirty="0"/>
              <a:t>, </a:t>
            </a:r>
            <a:r>
              <a:rPr lang="de-DE" dirty="0" err="1"/>
              <a:t>no</a:t>
            </a:r>
            <a:r>
              <a:rPr lang="de-DE" dirty="0"/>
              <a:t> </a:t>
            </a:r>
            <a:r>
              <a:rPr lang="de-DE" dirty="0" err="1"/>
              <a:t>sea</a:t>
            </a:r>
            <a:r>
              <a:rPr lang="de-DE" dirty="0"/>
              <a:t> </a:t>
            </a:r>
            <a:r>
              <a:rPr lang="de-DE" dirty="0" err="1"/>
              <a:t>takimata</a:t>
            </a:r>
            <a:endParaRPr lang="de-DE" dirty="0"/>
          </a:p>
        </p:txBody>
      </p:sp>
      <p:sp>
        <p:nvSpPr>
          <p:cNvPr id="7" name="Textplatzhalter 17">
            <a:extLst>
              <a:ext uri="{FF2B5EF4-FFF2-40B4-BE49-F238E27FC236}">
                <a16:creationId xmlns:a16="http://schemas.microsoft.com/office/drawing/2014/main" id="{5B12DAD6-93EF-5042-858F-4BB3334F107E}"/>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14314736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Inhalt - Bild und Text">
    <p:spTree>
      <p:nvGrpSpPr>
        <p:cNvPr id="1" name=""/>
        <p:cNvGrpSpPr/>
        <p:nvPr/>
      </p:nvGrpSpPr>
      <p:grpSpPr>
        <a:xfrm>
          <a:off x="0" y="0"/>
          <a:ext cx="0" cy="0"/>
          <a:chOff x="0" y="0"/>
          <a:chExt cx="0" cy="0"/>
        </a:xfrm>
      </p:grpSpPr>
      <p:sp>
        <p:nvSpPr>
          <p:cNvPr id="5" name="Textplatzhalter 2">
            <a:extLst>
              <a:ext uri="{FF2B5EF4-FFF2-40B4-BE49-F238E27FC236}">
                <a16:creationId xmlns:a16="http://schemas.microsoft.com/office/drawing/2014/main" id="{55FA8C39-046E-E34F-8E80-7B9D099D728B}"/>
              </a:ext>
            </a:extLst>
          </p:cNvPr>
          <p:cNvSpPr>
            <a:spLocks noGrp="1"/>
          </p:cNvSpPr>
          <p:nvPr>
            <p:ph type="body" sz="quarter" idx="18" hasCustomPrompt="1"/>
          </p:nvPr>
        </p:nvSpPr>
        <p:spPr>
          <a:xfrm>
            <a:off x="6519600" y="1382400"/>
            <a:ext cx="3982945" cy="4093588"/>
          </a:xfrm>
          <a:prstGeom prst="rect">
            <a:avLst/>
          </a:prstGeom>
        </p:spPr>
        <p:txBody>
          <a:bodyPr lIns="0" tIns="0" rIns="0" bIns="0"/>
          <a:lstStyle>
            <a:lvl1pPr marL="0" indent="0">
              <a:lnSpc>
                <a:spcPts val="2400"/>
              </a:lnSpc>
              <a:spcBef>
                <a:spcPts val="0"/>
              </a:spcBef>
              <a:buNone/>
              <a:defRPr sz="1800">
                <a:solidFill>
                  <a:srgbClr val="434343"/>
                </a:solidFill>
                <a:latin typeface="Arial" panose="020B0604020202020204" pitchFamily="34" charset="0"/>
                <a:cs typeface="Arial" panose="020B0604020202020204" pitchFamily="34" charset="0"/>
              </a:defRPr>
            </a:lvl1pPr>
          </a:lstStyle>
          <a:p>
            <a:pPr lvl="0"/>
            <a:r>
              <a:rPr lang="de-DE" dirty="0"/>
              <a:t>Arial Regular 18pt, ZA: 24pt </a:t>
            </a:r>
            <a:br>
              <a:rPr lang="de-DE" dirty="0"/>
            </a:b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consetetur</a:t>
            </a:r>
            <a:r>
              <a:rPr lang="de-DE" dirty="0"/>
              <a:t> </a:t>
            </a:r>
            <a:r>
              <a:rPr lang="de-DE" dirty="0" err="1"/>
              <a:t>sadipscing</a:t>
            </a:r>
            <a:r>
              <a:rPr lang="de-DE" dirty="0"/>
              <a:t> </a:t>
            </a:r>
            <a:r>
              <a:rPr lang="de-DE" dirty="0" err="1"/>
              <a:t>elitr</a:t>
            </a:r>
            <a:r>
              <a:rPr lang="de-DE" dirty="0"/>
              <a:t>, sed </a:t>
            </a:r>
            <a:r>
              <a:rPr lang="de-DE" dirty="0" err="1"/>
              <a:t>diam</a:t>
            </a:r>
            <a:r>
              <a:rPr lang="de-DE" dirty="0"/>
              <a:t> </a:t>
            </a:r>
            <a:r>
              <a:rPr lang="de-DE" dirty="0" err="1"/>
              <a:t>nonumy</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erat, sed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a:t>
            </a:r>
            <a:r>
              <a:rPr lang="de-DE" dirty="0" err="1"/>
              <a:t>erat</a:t>
            </a:r>
            <a:r>
              <a:rPr lang="de-DE" dirty="0"/>
              <a:t>, </a:t>
            </a:r>
            <a:r>
              <a:rPr lang="de-DE" dirty="0" err="1"/>
              <a:t>sed</a:t>
            </a:r>
            <a:r>
              <a:rPr lang="de-DE" dirty="0"/>
              <a:t>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et </a:t>
            </a:r>
            <a:r>
              <a:rPr lang="de-DE" dirty="0" err="1"/>
              <a:t>accusam</a:t>
            </a:r>
            <a:r>
              <a:rPr lang="de-DE" dirty="0"/>
              <a:t> et </a:t>
            </a:r>
            <a:r>
              <a:rPr lang="de-DE" dirty="0" err="1"/>
              <a:t>justo</a:t>
            </a:r>
            <a:r>
              <a:rPr lang="de-DE" dirty="0"/>
              <a:t> </a:t>
            </a:r>
            <a:r>
              <a:rPr lang="de-DE" dirty="0" err="1"/>
              <a:t>duo</a:t>
            </a:r>
            <a:r>
              <a:rPr lang="de-DE" dirty="0"/>
              <a:t> </a:t>
            </a:r>
            <a:r>
              <a:rPr lang="de-DE" dirty="0" err="1"/>
              <a:t>dolores</a:t>
            </a:r>
            <a:r>
              <a:rPr lang="de-DE" dirty="0"/>
              <a:t> et </a:t>
            </a:r>
            <a:r>
              <a:rPr lang="de-DE" dirty="0" err="1"/>
              <a:t>ea</a:t>
            </a:r>
            <a:r>
              <a:rPr lang="de-DE" dirty="0"/>
              <a:t> </a:t>
            </a:r>
            <a:r>
              <a:rPr lang="de-DE" dirty="0" err="1"/>
              <a:t>rebum</a:t>
            </a:r>
            <a:r>
              <a:rPr lang="de-DE" dirty="0"/>
              <a:t>. Stet </a:t>
            </a:r>
            <a:r>
              <a:rPr lang="de-DE" dirty="0" err="1"/>
              <a:t>clita</a:t>
            </a:r>
            <a:r>
              <a:rPr lang="de-DE" dirty="0"/>
              <a:t> </a:t>
            </a:r>
            <a:r>
              <a:rPr lang="de-DE" dirty="0" err="1"/>
              <a:t>kasd</a:t>
            </a:r>
            <a:r>
              <a:rPr lang="de-DE" dirty="0"/>
              <a:t> </a:t>
            </a:r>
            <a:r>
              <a:rPr lang="de-DE" dirty="0" err="1"/>
              <a:t>gubergren</a:t>
            </a:r>
            <a:r>
              <a:rPr lang="de-DE" dirty="0"/>
              <a:t>, </a:t>
            </a:r>
            <a:r>
              <a:rPr lang="de-DE" dirty="0" err="1"/>
              <a:t>no</a:t>
            </a:r>
            <a:r>
              <a:rPr lang="de-DE" dirty="0"/>
              <a:t> </a:t>
            </a:r>
            <a:r>
              <a:rPr lang="de-DE" dirty="0" err="1"/>
              <a:t>sea</a:t>
            </a:r>
            <a:r>
              <a:rPr lang="de-DE" dirty="0"/>
              <a:t> </a:t>
            </a:r>
            <a:r>
              <a:rPr lang="de-DE" dirty="0" err="1"/>
              <a:t>takimata</a:t>
            </a:r>
            <a:br>
              <a:rPr lang="de-DE" dirty="0"/>
            </a:br>
            <a:r>
              <a:rPr lang="de-DE" dirty="0"/>
              <a:t>sanctus </a:t>
            </a:r>
            <a:r>
              <a:rPr lang="de-DE" dirty="0" err="1"/>
              <a:t>est</a:t>
            </a:r>
            <a:r>
              <a:rPr lang="de-DE" dirty="0"/>
              <a:t> </a:t>
            </a: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Lorem</a:t>
            </a:r>
            <a:r>
              <a:rPr lang="de-DE" dirty="0"/>
              <a:t> </a:t>
            </a:r>
            <a:r>
              <a:rPr lang="de-DE" dirty="0" err="1"/>
              <a:t>ipsum</a:t>
            </a:r>
            <a:endParaRPr lang="de-DE" dirty="0"/>
          </a:p>
        </p:txBody>
      </p:sp>
      <p:sp>
        <p:nvSpPr>
          <p:cNvPr id="6" name="Bildplatzhalter 2">
            <a:extLst>
              <a:ext uri="{FF2B5EF4-FFF2-40B4-BE49-F238E27FC236}">
                <a16:creationId xmlns:a16="http://schemas.microsoft.com/office/drawing/2014/main" id="{8BAC5633-896E-0F44-8840-CC87B5BE7045}"/>
              </a:ext>
            </a:extLst>
          </p:cNvPr>
          <p:cNvSpPr>
            <a:spLocks noGrp="1"/>
          </p:cNvSpPr>
          <p:nvPr>
            <p:ph type="pic" sz="quarter" idx="17" hasCustomPrompt="1"/>
          </p:nvPr>
        </p:nvSpPr>
        <p:spPr>
          <a:xfrm>
            <a:off x="550861" y="1381405"/>
            <a:ext cx="5545139" cy="4093589"/>
          </a:xfrm>
          <a:prstGeom prst="rect">
            <a:avLst/>
          </a:prstGeom>
          <a:solidFill>
            <a:srgbClr val="434343"/>
          </a:solidFill>
        </p:spPr>
        <p:txBody>
          <a:bodyPr anchor="ctr" anchorCtr="0"/>
          <a:lstStyle>
            <a:lvl1pPr marL="0" indent="0" algn="ctr">
              <a:buFontTx/>
              <a:buNone/>
              <a:defRPr>
                <a:solidFill>
                  <a:schemeClr val="bg1"/>
                </a:solidFill>
              </a:defRPr>
            </a:lvl1pPr>
          </a:lstStyle>
          <a:p>
            <a:r>
              <a:rPr lang="de-DE" dirty="0"/>
              <a:t>Platzhalter: Bild</a:t>
            </a:r>
          </a:p>
        </p:txBody>
      </p:sp>
      <p:sp>
        <p:nvSpPr>
          <p:cNvPr id="7" name="Textplatzhalter 17">
            <a:extLst>
              <a:ext uri="{FF2B5EF4-FFF2-40B4-BE49-F238E27FC236}">
                <a16:creationId xmlns:a16="http://schemas.microsoft.com/office/drawing/2014/main" id="{8B97D328-84F0-2C4A-BBAB-1E79CDFE9BBF}"/>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6643881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Inhalt - Bild und Stichpunkte">
    <p:spTree>
      <p:nvGrpSpPr>
        <p:cNvPr id="1" name=""/>
        <p:cNvGrpSpPr/>
        <p:nvPr/>
      </p:nvGrpSpPr>
      <p:grpSpPr>
        <a:xfrm>
          <a:off x="0" y="0"/>
          <a:ext cx="0" cy="0"/>
          <a:chOff x="0" y="0"/>
          <a:chExt cx="0" cy="0"/>
        </a:xfrm>
      </p:grpSpPr>
      <p:sp>
        <p:nvSpPr>
          <p:cNvPr id="5" name="Textplatzhalter 5">
            <a:extLst>
              <a:ext uri="{FF2B5EF4-FFF2-40B4-BE49-F238E27FC236}">
                <a16:creationId xmlns:a16="http://schemas.microsoft.com/office/drawing/2014/main" id="{9278302A-602E-374F-9D64-8FCFB4DC60C0}"/>
              </a:ext>
            </a:extLst>
          </p:cNvPr>
          <p:cNvSpPr>
            <a:spLocks noGrp="1"/>
          </p:cNvSpPr>
          <p:nvPr>
            <p:ph type="body" sz="quarter" idx="18" hasCustomPrompt="1"/>
          </p:nvPr>
        </p:nvSpPr>
        <p:spPr>
          <a:xfrm>
            <a:off x="6519600" y="1364399"/>
            <a:ext cx="3981600" cy="4111200"/>
          </a:xfrm>
          <a:prstGeom prst="rect">
            <a:avLst/>
          </a:prstGeom>
        </p:spPr>
        <p:txBody>
          <a:bodyPr lIns="0" tIns="0" rIns="0" bIns="0"/>
          <a:lstStyle>
            <a:lvl1pPr marL="2286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1pPr>
            <a:lvl2pPr marL="6858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2pPr>
            <a:lvl3pPr marL="11430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3pPr>
            <a:lvl4pPr marL="16002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4pPr>
            <a:lvl5pPr marL="20574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5pPr>
          </a:lstStyle>
          <a:p>
            <a:pPr lvl="0"/>
            <a:r>
              <a:rPr lang="de-DE" dirty="0"/>
              <a:t>Aufzählung 1. Ebene Arial Regular 18 </a:t>
            </a:r>
            <a:r>
              <a:rPr lang="de-DE" dirty="0" err="1"/>
              <a:t>pt</a:t>
            </a:r>
            <a:r>
              <a:rPr lang="de-DE" dirty="0"/>
              <a:t>, ZA: 24 </a:t>
            </a:r>
            <a:r>
              <a:rPr lang="de-DE" dirty="0" err="1"/>
              <a:t>pt</a:t>
            </a:r>
            <a:endParaRPr lang="de-DE" dirty="0"/>
          </a:p>
          <a:p>
            <a:pPr lvl="1"/>
            <a:r>
              <a:rPr lang="de-DE" dirty="0"/>
              <a:t>2. Ebene</a:t>
            </a:r>
          </a:p>
          <a:p>
            <a:pPr lvl="2"/>
            <a:r>
              <a:rPr lang="de-DE" dirty="0"/>
              <a:t>3. Ebene</a:t>
            </a:r>
          </a:p>
          <a:p>
            <a:pPr lvl="3"/>
            <a:r>
              <a:rPr lang="de-DE" dirty="0"/>
              <a:t>4. Ebene</a:t>
            </a:r>
          </a:p>
          <a:p>
            <a:pPr lvl="4"/>
            <a:r>
              <a:rPr lang="de-DE" dirty="0"/>
              <a:t>5. Ebene</a:t>
            </a:r>
          </a:p>
        </p:txBody>
      </p:sp>
      <p:sp>
        <p:nvSpPr>
          <p:cNvPr id="6" name="Bildplatzhalter 2">
            <a:extLst>
              <a:ext uri="{FF2B5EF4-FFF2-40B4-BE49-F238E27FC236}">
                <a16:creationId xmlns:a16="http://schemas.microsoft.com/office/drawing/2014/main" id="{07DD2921-214D-B547-93DD-EB9D2A99CCEE}"/>
              </a:ext>
            </a:extLst>
          </p:cNvPr>
          <p:cNvSpPr>
            <a:spLocks noGrp="1"/>
          </p:cNvSpPr>
          <p:nvPr>
            <p:ph type="pic" sz="quarter" idx="17" hasCustomPrompt="1"/>
          </p:nvPr>
        </p:nvSpPr>
        <p:spPr>
          <a:xfrm>
            <a:off x="550861" y="1381405"/>
            <a:ext cx="5545139" cy="4093589"/>
          </a:xfrm>
          <a:prstGeom prst="rect">
            <a:avLst/>
          </a:prstGeom>
          <a:solidFill>
            <a:srgbClr val="434343"/>
          </a:solidFill>
        </p:spPr>
        <p:txBody>
          <a:bodyPr anchor="ctr" anchorCtr="0"/>
          <a:lstStyle>
            <a:lvl1pPr marL="0" indent="0" algn="ctr">
              <a:buFontTx/>
              <a:buNone/>
              <a:defRPr>
                <a:solidFill>
                  <a:schemeClr val="bg1"/>
                </a:solidFill>
              </a:defRPr>
            </a:lvl1pPr>
          </a:lstStyle>
          <a:p>
            <a:r>
              <a:rPr lang="de-DE" dirty="0"/>
              <a:t>Platzhalter: Bild</a:t>
            </a:r>
          </a:p>
        </p:txBody>
      </p:sp>
      <p:sp>
        <p:nvSpPr>
          <p:cNvPr id="7" name="Textplatzhalter 17">
            <a:extLst>
              <a:ext uri="{FF2B5EF4-FFF2-40B4-BE49-F238E27FC236}">
                <a16:creationId xmlns:a16="http://schemas.microsoft.com/office/drawing/2014/main" id="{86E90AC2-BC99-614A-AF4F-584EF9915C55}"/>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327643400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slideLayout" Target="../slideLayouts/slideLayout4.xml"/><Relationship Id="rId3" Type="http://schemas.openxmlformats.org/officeDocument/2006/relationships/slideLayout" Target="../slideLayouts/slideLayout5.xml"/><Relationship Id="rId4" Type="http://schemas.openxmlformats.org/officeDocument/2006/relationships/theme" Target="../theme/theme2.xml"/><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image" Target="../media/image4.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Rechteck 4">
            <a:extLst>
              <a:ext uri="{FF2B5EF4-FFF2-40B4-BE49-F238E27FC236}">
                <a16:creationId xmlns:a16="http://schemas.microsoft.com/office/drawing/2014/main" id="{B97C5655-F240-634C-9B7B-B6181A1B3AF5}"/>
              </a:ext>
            </a:extLst>
          </p:cNvPr>
          <p:cNvSpPr/>
          <p:nvPr userDrawn="1"/>
        </p:nvSpPr>
        <p:spPr>
          <a:xfrm>
            <a:off x="0" y="1668462"/>
            <a:ext cx="12192000" cy="5189537"/>
          </a:xfrm>
          <a:custGeom>
            <a:avLst/>
            <a:gdLst>
              <a:gd name="connsiteX0" fmla="*/ 0 w 12192000"/>
              <a:gd name="connsiteY0" fmla="*/ 0 h 4760912"/>
              <a:gd name="connsiteX1" fmla="*/ 12192000 w 12192000"/>
              <a:gd name="connsiteY1" fmla="*/ 0 h 4760912"/>
              <a:gd name="connsiteX2" fmla="*/ 12192000 w 12192000"/>
              <a:gd name="connsiteY2" fmla="*/ 4760912 h 4760912"/>
              <a:gd name="connsiteX3" fmla="*/ 0 w 12192000"/>
              <a:gd name="connsiteY3" fmla="*/ 4760912 h 4760912"/>
              <a:gd name="connsiteX4" fmla="*/ 0 w 12192000"/>
              <a:gd name="connsiteY4" fmla="*/ 0 h 4760912"/>
              <a:gd name="connsiteX0" fmla="*/ 0 w 12192000"/>
              <a:gd name="connsiteY0" fmla="*/ 212725 h 4973637"/>
              <a:gd name="connsiteX1" fmla="*/ 12192000 w 12192000"/>
              <a:gd name="connsiteY1" fmla="*/ 0 h 4973637"/>
              <a:gd name="connsiteX2" fmla="*/ 12192000 w 12192000"/>
              <a:gd name="connsiteY2" fmla="*/ 4973637 h 4973637"/>
              <a:gd name="connsiteX3" fmla="*/ 0 w 12192000"/>
              <a:gd name="connsiteY3" fmla="*/ 4973637 h 4973637"/>
              <a:gd name="connsiteX4" fmla="*/ 0 w 12192000"/>
              <a:gd name="connsiteY4" fmla="*/ 212725 h 4973637"/>
              <a:gd name="connsiteX0" fmla="*/ 0 w 12192000"/>
              <a:gd name="connsiteY0" fmla="*/ 428625 h 5189537"/>
              <a:gd name="connsiteX1" fmla="*/ 12192000 w 12192000"/>
              <a:gd name="connsiteY1" fmla="*/ 0 h 5189537"/>
              <a:gd name="connsiteX2" fmla="*/ 12192000 w 12192000"/>
              <a:gd name="connsiteY2" fmla="*/ 5189537 h 5189537"/>
              <a:gd name="connsiteX3" fmla="*/ 0 w 12192000"/>
              <a:gd name="connsiteY3" fmla="*/ 5189537 h 5189537"/>
              <a:gd name="connsiteX4" fmla="*/ 0 w 12192000"/>
              <a:gd name="connsiteY4" fmla="*/ 428625 h 5189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5189537">
                <a:moveTo>
                  <a:pt x="0" y="428625"/>
                </a:moveTo>
                <a:lnTo>
                  <a:pt x="12192000" y="0"/>
                </a:lnTo>
                <a:lnTo>
                  <a:pt x="12192000" y="5189537"/>
                </a:lnTo>
                <a:lnTo>
                  <a:pt x="0" y="5189537"/>
                </a:lnTo>
                <a:lnTo>
                  <a:pt x="0" y="428625"/>
                </a:lnTo>
                <a:close/>
              </a:path>
            </a:pathLst>
          </a:custGeom>
          <a:solidFill>
            <a:srgbClr val="C40D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7" name="Grafik 6">
            <a:extLst>
              <a:ext uri="{FF2B5EF4-FFF2-40B4-BE49-F238E27FC236}">
                <a16:creationId xmlns:a16="http://schemas.microsoft.com/office/drawing/2014/main" id="{F8DDEEBD-D00D-1249-9E02-EDC0548BFCAC}"/>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9388168" y="378741"/>
            <a:ext cx="2250000" cy="774000"/>
          </a:xfrm>
          <a:prstGeom prst="rect">
            <a:avLst/>
          </a:prstGeom>
        </p:spPr>
      </p:pic>
      <p:sp>
        <p:nvSpPr>
          <p:cNvPr id="4" name="Textfeld 3">
            <a:extLst>
              <a:ext uri="{FF2B5EF4-FFF2-40B4-BE49-F238E27FC236}">
                <a16:creationId xmlns:a16="http://schemas.microsoft.com/office/drawing/2014/main" id="{0D20A730-187A-274D-A0E6-8412686F8775}"/>
              </a:ext>
            </a:extLst>
          </p:cNvPr>
          <p:cNvSpPr txBox="1"/>
          <p:nvPr userDrawn="1"/>
        </p:nvSpPr>
        <p:spPr>
          <a:xfrm>
            <a:off x="12292755" y="5534561"/>
            <a:ext cx="3102416" cy="1323439"/>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Titelseiten – Platzhalter für </a:t>
            </a:r>
            <a:r>
              <a:rPr lang="de-DE" sz="1000" b="1" dirty="0" err="1">
                <a:latin typeface="Arial" panose="020B0604020202020204" pitchFamily="34" charset="0"/>
                <a:cs typeface="Arial" panose="020B0604020202020204" pitchFamily="34" charset="0"/>
              </a:rPr>
              <a:t>Sublogo</a:t>
            </a:r>
            <a:r>
              <a:rPr lang="de-DE" sz="1000" b="1" dirty="0">
                <a:latin typeface="Arial" panose="020B0604020202020204" pitchFamily="34" charset="0"/>
                <a:cs typeface="Arial" panose="020B0604020202020204" pitchFamily="34" charset="0"/>
              </a:rPr>
              <a:t> ändern: </a:t>
            </a:r>
            <a:r>
              <a:rPr lang="de-DE" sz="1000" dirty="0">
                <a:latin typeface="Arial" panose="020B0604020202020204" pitchFamily="34" charset="0"/>
                <a:cs typeface="Arial" panose="020B0604020202020204" pitchFamily="34" charset="0"/>
              </a:rPr>
              <a:t>Direkt auf dieser Folie &gt; Bild anklicken &gt; Rechtsklick &gt; Bild einfügen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Bild an Rahmen anpassen</a:t>
            </a:r>
            <a:r>
              <a:rPr lang="de-DE" sz="1000" dirty="0">
                <a:latin typeface="Arial" panose="020B0604020202020204" pitchFamily="34" charset="0"/>
                <a:cs typeface="Arial" panose="020B0604020202020204" pitchFamily="34" charset="0"/>
              </a:rPr>
              <a: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anklicken &gt; Bildformat &gt; Zuschneiden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im Dropdown „Einpassen“ wählen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ggf. Bild nochmals neu positionieren </a:t>
            </a:r>
          </a:p>
        </p:txBody>
      </p:sp>
    </p:spTree>
    <p:extLst>
      <p:ext uri="{BB962C8B-B14F-4D97-AF65-F5344CB8AC3E}">
        <p14:creationId xmlns:p14="http://schemas.microsoft.com/office/powerpoint/2010/main" val="3079698843"/>
      </p:ext>
    </p:extLst>
  </p:cSld>
  <p:clrMap bg1="lt1" tx1="dk1" bg2="lt2" tx2="dk2" accent1="accent1" accent2="accent2" accent3="accent3" accent4="accent4" accent5="accent5" accent6="accent6" hlink="hlink" folHlink="folHlink"/>
  <p:sldLayoutIdLst>
    <p:sldLayoutId id="2147483714" r:id="rId1"/>
    <p:sldLayoutId id="2147483713" r:id="rId2"/>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pos="347" userDrawn="1">
          <p15:clr>
            <a:srgbClr val="F26B43"/>
          </p15:clr>
        </p15:guide>
        <p15:guide id="2" pos="7333" userDrawn="1">
          <p15:clr>
            <a:srgbClr val="F26B43"/>
          </p15:clr>
        </p15:guide>
        <p15:guide id="3" orient="horz" pos="346" userDrawn="1">
          <p15:clr>
            <a:srgbClr val="F26B43"/>
          </p15:clr>
        </p15:guide>
        <p15:guide id="4" pos="1232" userDrawn="1">
          <p15:clr>
            <a:srgbClr val="F26B43"/>
          </p15:clr>
        </p15:guide>
        <p15:guide id="5" orient="horz" pos="3974" userDrawn="1">
          <p15:clr>
            <a:srgbClr val="F26B43"/>
          </p15:clr>
        </p15:guide>
        <p15:guide id="6" orient="horz" pos="663" userDrawn="1">
          <p15:clr>
            <a:srgbClr val="F26B43"/>
          </p15:clr>
        </p15:guide>
        <p15:guide id="7" orient="horz" pos="1003" userDrawn="1">
          <p15:clr>
            <a:srgbClr val="F26B43"/>
          </p15:clr>
        </p15:guide>
        <p15:guide id="8" orient="horz" pos="1321" userDrawn="1">
          <p15:clr>
            <a:srgbClr val="F26B43"/>
          </p15:clr>
        </p15:guide>
        <p15:guide id="9" orient="horz" pos="1661" userDrawn="1">
          <p15:clr>
            <a:srgbClr val="F26B43"/>
          </p15:clr>
        </p15:guide>
        <p15:guide id="10" orient="horz" pos="2001" userDrawn="1">
          <p15:clr>
            <a:srgbClr val="F26B43"/>
          </p15:clr>
        </p15:guide>
        <p15:guide id="11" orient="horz" pos="3339" userDrawn="1">
          <p15:clr>
            <a:srgbClr val="F26B43"/>
          </p15:clr>
        </p15:guide>
        <p15:guide id="12" orient="horz" pos="2319" userDrawn="1">
          <p15:clr>
            <a:srgbClr val="F26B43"/>
          </p15:clr>
        </p15:guide>
        <p15:guide id="13" orient="horz" pos="2999" userDrawn="1">
          <p15:clr>
            <a:srgbClr val="F26B43"/>
          </p15:clr>
        </p15:guide>
        <p15:guide id="14" orient="horz" pos="3657" userDrawn="1">
          <p15:clr>
            <a:srgbClr val="F26B43"/>
          </p15:clr>
        </p15:guide>
        <p15:guide id="15" orient="horz" pos="2659" userDrawn="1">
          <p15:clr>
            <a:srgbClr val="F26B43"/>
          </p15:clr>
        </p15:guide>
        <p15:guide id="16" pos="2094" userDrawn="1">
          <p15:clr>
            <a:srgbClr val="F26B43"/>
          </p15:clr>
        </p15:guide>
        <p15:guide id="17" pos="2978" userDrawn="1">
          <p15:clr>
            <a:srgbClr val="F26B43"/>
          </p15:clr>
        </p15:guide>
        <p15:guide id="18" pos="3840" userDrawn="1">
          <p15:clr>
            <a:srgbClr val="F26B43"/>
          </p15:clr>
        </p15:guide>
        <p15:guide id="19" pos="4725" userDrawn="1">
          <p15:clr>
            <a:srgbClr val="F26B43"/>
          </p15:clr>
        </p15:guide>
        <p15:guide id="20" pos="5586" userDrawn="1">
          <p15:clr>
            <a:srgbClr val="F26B43"/>
          </p15:clr>
        </p15:guide>
        <p15:guide id="21" pos="6471"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hteck 1">
            <a:extLst>
              <a:ext uri="{FF2B5EF4-FFF2-40B4-BE49-F238E27FC236}">
                <a16:creationId xmlns:a16="http://schemas.microsoft.com/office/drawing/2014/main" id="{48266648-C51B-EA45-AE41-AF74B0A4657C}"/>
              </a:ext>
            </a:extLst>
          </p:cNvPr>
          <p:cNvSpPr/>
          <p:nvPr userDrawn="1"/>
        </p:nvSpPr>
        <p:spPr>
          <a:xfrm>
            <a:off x="0" y="5748124"/>
            <a:ext cx="12195175" cy="1109875"/>
          </a:xfrm>
          <a:custGeom>
            <a:avLst/>
            <a:gdLst>
              <a:gd name="connsiteX0" fmla="*/ 0 w 12192000"/>
              <a:gd name="connsiteY0" fmla="*/ 0 h 687600"/>
              <a:gd name="connsiteX1" fmla="*/ 12192000 w 12192000"/>
              <a:gd name="connsiteY1" fmla="*/ 0 h 687600"/>
              <a:gd name="connsiteX2" fmla="*/ 12192000 w 12192000"/>
              <a:gd name="connsiteY2" fmla="*/ 687600 h 687600"/>
              <a:gd name="connsiteX3" fmla="*/ 0 w 12192000"/>
              <a:gd name="connsiteY3" fmla="*/ 687600 h 687600"/>
              <a:gd name="connsiteX4" fmla="*/ 0 w 12192000"/>
              <a:gd name="connsiteY4" fmla="*/ 0 h 687600"/>
              <a:gd name="connsiteX0" fmla="*/ 0 w 12195175"/>
              <a:gd name="connsiteY0" fmla="*/ 422275 h 1109875"/>
              <a:gd name="connsiteX1" fmla="*/ 12195175 w 12195175"/>
              <a:gd name="connsiteY1" fmla="*/ 0 h 1109875"/>
              <a:gd name="connsiteX2" fmla="*/ 12192000 w 12195175"/>
              <a:gd name="connsiteY2" fmla="*/ 1109875 h 1109875"/>
              <a:gd name="connsiteX3" fmla="*/ 0 w 12195175"/>
              <a:gd name="connsiteY3" fmla="*/ 1109875 h 1109875"/>
              <a:gd name="connsiteX4" fmla="*/ 0 w 12195175"/>
              <a:gd name="connsiteY4" fmla="*/ 422275 h 11098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5175" h="1109875">
                <a:moveTo>
                  <a:pt x="0" y="422275"/>
                </a:moveTo>
                <a:lnTo>
                  <a:pt x="12195175" y="0"/>
                </a:lnTo>
                <a:cubicBezTo>
                  <a:pt x="12194117" y="369958"/>
                  <a:pt x="12193058" y="739917"/>
                  <a:pt x="12192000" y="1109875"/>
                </a:cubicBezTo>
                <a:lnTo>
                  <a:pt x="0" y="1109875"/>
                </a:lnTo>
                <a:lnTo>
                  <a:pt x="0" y="422275"/>
                </a:lnTo>
                <a:close/>
              </a:path>
            </a:pathLst>
          </a:custGeom>
          <a:solidFill>
            <a:srgbClr val="C40D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8" name="Grafik 7">
            <a:extLst>
              <a:ext uri="{FF2B5EF4-FFF2-40B4-BE49-F238E27FC236}">
                <a16:creationId xmlns:a16="http://schemas.microsoft.com/office/drawing/2014/main" id="{90A395C2-361B-A14B-9312-A16F3F6780AF}"/>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0614598" y="378000"/>
            <a:ext cx="1004400" cy="766068"/>
          </a:xfrm>
          <a:prstGeom prst="rect">
            <a:avLst/>
          </a:prstGeom>
        </p:spPr>
      </p:pic>
      <p:sp>
        <p:nvSpPr>
          <p:cNvPr id="12" name="Textfeld 11">
            <a:extLst>
              <a:ext uri="{FF2B5EF4-FFF2-40B4-BE49-F238E27FC236}">
                <a16:creationId xmlns:a16="http://schemas.microsoft.com/office/drawing/2014/main" id="{427D4F0D-9351-B349-8187-43002862F183}"/>
              </a:ext>
            </a:extLst>
          </p:cNvPr>
          <p:cNvSpPr txBox="1"/>
          <p:nvPr userDrawn="1"/>
        </p:nvSpPr>
        <p:spPr>
          <a:xfrm>
            <a:off x="12292755" y="5612990"/>
            <a:ext cx="3102416" cy="1323439"/>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Folgeseiten – Platzhalter für </a:t>
            </a:r>
            <a:r>
              <a:rPr lang="de-DE" sz="1000" b="1" dirty="0" err="1">
                <a:latin typeface="Arial" panose="020B0604020202020204" pitchFamily="34" charset="0"/>
                <a:cs typeface="Arial" panose="020B0604020202020204" pitchFamily="34" charset="0"/>
              </a:rPr>
              <a:t>Sublogo</a:t>
            </a:r>
            <a:r>
              <a:rPr lang="de-DE" sz="1000" b="1" dirty="0">
                <a:latin typeface="Arial" panose="020B0604020202020204" pitchFamily="34" charset="0"/>
                <a:cs typeface="Arial" panose="020B0604020202020204" pitchFamily="34" charset="0"/>
              </a:rPr>
              <a:t> ändern: </a:t>
            </a:r>
            <a:r>
              <a:rPr lang="de-DE" sz="1000" dirty="0">
                <a:latin typeface="Arial" panose="020B0604020202020204" pitchFamily="34" charset="0"/>
                <a:cs typeface="Arial" panose="020B0604020202020204" pitchFamily="34" charset="0"/>
              </a:rPr>
              <a:t>Folienmaster &gt; Nr. 2 bearbeiten &gt; Bild anklicken &gt; Rechtsklick &gt; Bild einfügen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Bild an Rahmen anpassen</a:t>
            </a:r>
            <a:r>
              <a:rPr lang="de-DE" sz="1000" dirty="0">
                <a:latin typeface="Arial" panose="020B0604020202020204" pitchFamily="34" charset="0"/>
                <a:cs typeface="Arial" panose="020B0604020202020204" pitchFamily="34" charset="0"/>
              </a:rPr>
              <a: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anklicken &gt; Bildformat &gt; Zuschneiden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im Dropdown „Einpassen“ wählen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ggf. Bild nochmals neu positionieren </a:t>
            </a:r>
          </a:p>
        </p:txBody>
      </p:sp>
      <p:sp>
        <p:nvSpPr>
          <p:cNvPr id="13" name="Textfeld 12">
            <a:extLst>
              <a:ext uri="{FF2B5EF4-FFF2-40B4-BE49-F238E27FC236}">
                <a16:creationId xmlns:a16="http://schemas.microsoft.com/office/drawing/2014/main" id="{B91FA75A-4E02-534F-A661-8216932850DD}"/>
              </a:ext>
            </a:extLst>
          </p:cNvPr>
          <p:cNvSpPr txBox="1"/>
          <p:nvPr userDrawn="1"/>
        </p:nvSpPr>
        <p:spPr>
          <a:xfrm>
            <a:off x="-2243920" y="6474756"/>
            <a:ext cx="2223344" cy="400110"/>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Informationen in Fußzeile ändern:</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Folienmaster &gt; Nr. 2 bearbeiten</a:t>
            </a:r>
          </a:p>
        </p:txBody>
      </p:sp>
    </p:spTree>
    <p:extLst>
      <p:ext uri="{BB962C8B-B14F-4D97-AF65-F5344CB8AC3E}">
        <p14:creationId xmlns:p14="http://schemas.microsoft.com/office/powerpoint/2010/main" val="3907247464"/>
      </p:ext>
    </p:extLst>
  </p:cSld>
  <p:clrMap bg1="lt1" tx1="dk1" bg2="lt2" tx2="dk2" accent1="accent1" accent2="accent2" accent3="accent3" accent4="accent4" accent5="accent5" accent6="accent6" hlink="hlink" folHlink="folHlink"/>
  <p:sldLayoutIdLst>
    <p:sldLayoutId id="2147483707" r:id="rId1"/>
    <p:sldLayoutId id="2147483711" r:id="rId2"/>
    <p:sldLayoutId id="2147483712"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VITA-FL: from training to verifiable use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Concept F3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20 September 2026</a:t>
            </a:r>
          </a:p>
        </p:txBody>
      </p:sp>
      <p:sp>
        <p:nvSpPr>
          <p:cNvPr id="8" name="Domain navigation: background"/>
          <p:cNvSpPr/>
          <p:nvPr/>
        </p:nvSpPr>
        <p:spPr>
          <a:xfrm>
            <a:off x="9479280" y="472440"/>
            <a:ext cx="1036320" cy="28956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main navigation: DFL badge"/>
          <p:cNvSpPr/>
          <p:nvPr/>
        </p:nvSpPr>
        <p:spPr>
          <a:xfrm>
            <a:off x="9509760" y="502920"/>
            <a:ext cx="411480" cy="228600"/>
          </a:xfrm>
          <a:prstGeom prst="rect">
            <a:avLst/>
          </a:prstGeom>
          <a:solidFill>
            <a:srgbClr val="207548"/>
          </a:solidFill>
          <a:ln w="698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main navigation: DFL label"/>
          <p:cNvSpPr txBox="1"/>
          <p:nvPr/>
        </p:nvSpPr>
        <p:spPr>
          <a:xfrm>
            <a:off x="9509760" y="502920"/>
            <a:ext cx="411480" cy="228600"/>
          </a:xfrm>
          <a:prstGeom prst="rect">
            <a:avLst/>
          </a:prstGeom>
          <a:noFill/>
        </p:spPr>
        <p:txBody>
          <a:bodyPr wrap="square" lIns="0" rIns="0" tIns="0" bIns="0" anchor="ctr">
            <a:spAutoFit/>
          </a:bodyPr>
          <a:lstStyle/>
          <a:p>
            <a:pPr algn="ctr"/>
            <a:r>
              <a:rPr sz="840" b="1" lang="en-US">
                <a:solidFill>
                  <a:srgbClr val="FFFFFF"/>
                </a:solidFill>
                <a:latin typeface="Arial"/>
              </a:rPr>
              <a:t>DFL</a:t>
            </a:r>
          </a:p>
        </p:txBody>
      </p:sp>
      <p:sp>
        <p:nvSpPr>
          <p:cNvPr id="11" name="Domain navigation: Agent badge"/>
          <p:cNvSpPr/>
          <p:nvPr/>
        </p:nvSpPr>
        <p:spPr>
          <a:xfrm>
            <a:off x="9982200" y="502920"/>
            <a:ext cx="502920" cy="228600"/>
          </a:xfrm>
          <a:prstGeom prst="rect">
            <a:avLst/>
          </a:prstGeom>
          <a:solidFill>
            <a:srgbClr val="1764A1"/>
          </a:solidFill>
          <a:ln w="6985">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omain navigation: Agent label"/>
          <p:cNvSpPr txBox="1"/>
          <p:nvPr/>
        </p:nvSpPr>
        <p:spPr>
          <a:xfrm>
            <a:off x="9982200" y="502920"/>
            <a:ext cx="502920" cy="228600"/>
          </a:xfrm>
          <a:prstGeom prst="rect">
            <a:avLst/>
          </a:prstGeom>
          <a:noFill/>
        </p:spPr>
        <p:txBody>
          <a:bodyPr wrap="square" lIns="0" rIns="0" tIns="0" bIns="0" anchor="ctr">
            <a:spAutoFit/>
          </a:bodyPr>
          <a:lstStyle/>
          <a:p>
            <a:pPr algn="ctr"/>
            <a:r>
              <a:rPr sz="840" b="1" lang="en-US">
                <a:solidFill>
                  <a:srgbClr val="FFFFFF"/>
                </a:solidFill>
                <a:latin typeface="Arial"/>
              </a:rPr>
              <a:t>Agent</a:t>
            </a:r>
          </a:p>
        </p:txBody>
      </p:sp>
      <p:sp>
        <p:nvSpPr>
          <p:cNvPr id="13" name="Oval 12"/>
          <p:cNvSpPr/>
          <p:nvPr/>
        </p:nvSpPr>
        <p:spPr>
          <a:xfrm>
            <a:off x="1673352" y="1965960"/>
            <a:ext cx="3163824" cy="3163824"/>
          </a:xfrm>
          <a:prstGeom prst="ellipse">
            <a:avLst/>
          </a:prstGeom>
          <a:solidFill>
            <a:srgbClr val="FFFFFF"/>
          </a:solidFill>
          <a:ln w="2857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Editable circular flow"/>
          <p:cNvCxnSpPr/>
          <p:nvPr/>
        </p:nvCxnSpPr>
        <p:spPr>
          <a:xfrm flipH="1">
            <a:off x="1699841" y="3218974"/>
            <a:ext cx="8079" cy="40617"/>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15" name="Editable circular flow"/>
          <p:cNvCxnSpPr/>
          <p:nvPr/>
        </p:nvCxnSpPr>
        <p:spPr>
          <a:xfrm flipH="1">
            <a:off x="1692827" y="3259591"/>
            <a:ext cx="7014" cy="40815"/>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16" name="Editable circular flow"/>
          <p:cNvCxnSpPr/>
          <p:nvPr/>
        </p:nvCxnSpPr>
        <p:spPr>
          <a:xfrm flipH="1">
            <a:off x="1686885" y="3300406"/>
            <a:ext cx="5942" cy="40985"/>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17" name="Editable circular flow"/>
          <p:cNvCxnSpPr/>
          <p:nvPr/>
        </p:nvCxnSpPr>
        <p:spPr>
          <a:xfrm flipH="1">
            <a:off x="1682017" y="3341391"/>
            <a:ext cx="4868" cy="41126"/>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18" name="Editable circular flow"/>
          <p:cNvCxnSpPr/>
          <p:nvPr/>
        </p:nvCxnSpPr>
        <p:spPr>
          <a:xfrm flipH="1">
            <a:off x="1678228" y="3382517"/>
            <a:ext cx="3789" cy="41239"/>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19" name="Editable circular flow"/>
          <p:cNvCxnSpPr/>
          <p:nvPr/>
        </p:nvCxnSpPr>
        <p:spPr>
          <a:xfrm flipH="1">
            <a:off x="1675519" y="3423756"/>
            <a:ext cx="2709" cy="41325"/>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0" name="Editable circular flow"/>
          <p:cNvCxnSpPr/>
          <p:nvPr/>
        </p:nvCxnSpPr>
        <p:spPr>
          <a:xfrm flipH="1">
            <a:off x="1673894" y="3465081"/>
            <a:ext cx="1625" cy="41381"/>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1" name="Editable circular flow"/>
          <p:cNvCxnSpPr/>
          <p:nvPr/>
        </p:nvCxnSpPr>
        <p:spPr>
          <a:xfrm flipH="1">
            <a:off x="1673352" y="3506462"/>
            <a:ext cx="542" cy="41410"/>
          </a:xfrm>
          <a:prstGeom prst="line">
            <a:avLst/>
          </a:prstGeom>
          <a:ln w="29845">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Editable circular flow"/>
          <p:cNvCxnSpPr/>
          <p:nvPr/>
        </p:nvCxnSpPr>
        <p:spPr>
          <a:xfrm flipV="1">
            <a:off x="3796309" y="5019710"/>
            <a:ext cx="38727" cy="14673"/>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3" name="Editable circular flow"/>
          <p:cNvCxnSpPr/>
          <p:nvPr/>
        </p:nvCxnSpPr>
        <p:spPr>
          <a:xfrm flipV="1">
            <a:off x="3835036" y="5004029"/>
            <a:ext cx="38330" cy="15681"/>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4" name="Editable circular flow"/>
          <p:cNvCxnSpPr/>
          <p:nvPr/>
        </p:nvCxnSpPr>
        <p:spPr>
          <a:xfrm flipV="1">
            <a:off x="3873366" y="4987350"/>
            <a:ext cx="37906" cy="16679"/>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5" name="Editable circular flow"/>
          <p:cNvCxnSpPr/>
          <p:nvPr/>
        </p:nvCxnSpPr>
        <p:spPr>
          <a:xfrm flipV="1">
            <a:off x="3911272" y="4969685"/>
            <a:ext cx="37456" cy="17665"/>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6" name="Editable circular flow"/>
          <p:cNvCxnSpPr/>
          <p:nvPr/>
        </p:nvCxnSpPr>
        <p:spPr>
          <a:xfrm flipV="1">
            <a:off x="3948728" y="4951045"/>
            <a:ext cx="36981" cy="18640"/>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7" name="Editable circular flow"/>
          <p:cNvCxnSpPr/>
          <p:nvPr/>
        </p:nvCxnSpPr>
        <p:spPr>
          <a:xfrm flipV="1">
            <a:off x="3985709" y="4931443"/>
            <a:ext cx="36481" cy="19602"/>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8" name="Editable circular flow"/>
          <p:cNvCxnSpPr/>
          <p:nvPr/>
        </p:nvCxnSpPr>
        <p:spPr>
          <a:xfrm flipV="1">
            <a:off x="4022190" y="4910893"/>
            <a:ext cx="35955" cy="20550"/>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29" name="Editable circular flow"/>
          <p:cNvCxnSpPr/>
          <p:nvPr/>
        </p:nvCxnSpPr>
        <p:spPr>
          <a:xfrm flipV="1">
            <a:off x="4058145" y="4889409"/>
            <a:ext cx="35404" cy="21484"/>
          </a:xfrm>
          <a:prstGeom prst="line">
            <a:avLst/>
          </a:prstGeom>
          <a:ln w="29845">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Editable circular flow"/>
          <p:cNvCxnSpPr/>
          <p:nvPr/>
        </p:nvCxnSpPr>
        <p:spPr>
          <a:xfrm flipH="1" flipV="1">
            <a:off x="4364040" y="2419572"/>
            <a:ext cx="29156" cy="29411"/>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1" name="Editable circular flow"/>
          <p:cNvCxnSpPr/>
          <p:nvPr/>
        </p:nvCxnSpPr>
        <p:spPr>
          <a:xfrm flipH="1" flipV="1">
            <a:off x="4334125" y="2390934"/>
            <a:ext cx="29915" cy="28638"/>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2" name="Editable circular flow"/>
          <p:cNvCxnSpPr/>
          <p:nvPr/>
        </p:nvCxnSpPr>
        <p:spPr>
          <a:xfrm flipH="1" flipV="1">
            <a:off x="4303470" y="2363089"/>
            <a:ext cx="30655" cy="27845"/>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3" name="Editable circular flow"/>
          <p:cNvCxnSpPr/>
          <p:nvPr/>
        </p:nvCxnSpPr>
        <p:spPr>
          <a:xfrm flipH="1" flipV="1">
            <a:off x="4272097" y="2336057"/>
            <a:ext cx="31373" cy="27032"/>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4" name="Editable circular flow"/>
          <p:cNvCxnSpPr/>
          <p:nvPr/>
        </p:nvCxnSpPr>
        <p:spPr>
          <a:xfrm flipH="1" flipV="1">
            <a:off x="4240027" y="2309854"/>
            <a:ext cx="32070" cy="26203"/>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5" name="Editable circular flow"/>
          <p:cNvCxnSpPr/>
          <p:nvPr/>
        </p:nvCxnSpPr>
        <p:spPr>
          <a:xfrm flipH="1" flipV="1">
            <a:off x="4207282" y="2284500"/>
            <a:ext cx="32745" cy="25354"/>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6" name="Editable circular flow"/>
          <p:cNvCxnSpPr/>
          <p:nvPr/>
        </p:nvCxnSpPr>
        <p:spPr>
          <a:xfrm flipH="1" flipV="1">
            <a:off x="4173884" y="2260012"/>
            <a:ext cx="33398" cy="24488"/>
          </a:xfrm>
          <a:prstGeom prst="line">
            <a:avLst/>
          </a:prstGeom>
          <a:ln w="29845">
            <a:solidFill>
              <a:srgbClr val="207548"/>
            </a:solidFill>
          </a:ln>
        </p:spPr>
        <p:style>
          <a:lnRef idx="2">
            <a:schemeClr val="accent1"/>
          </a:lnRef>
          <a:fillRef idx="0">
            <a:schemeClr val="accent1"/>
          </a:fillRef>
          <a:effectRef idx="1">
            <a:schemeClr val="accent1"/>
          </a:effectRef>
          <a:fontRef idx="minor">
            <a:schemeClr val="tx1"/>
          </a:fontRef>
        </p:style>
      </p:cxnSp>
      <p:cxnSp>
        <p:nvCxnSpPr>
          <p:cNvPr id="37" name="Editable circular flow"/>
          <p:cNvCxnSpPr/>
          <p:nvPr/>
        </p:nvCxnSpPr>
        <p:spPr>
          <a:xfrm flipH="1" flipV="1">
            <a:off x="4139857" y="2236407"/>
            <a:ext cx="34027" cy="23605"/>
          </a:xfrm>
          <a:prstGeom prst="line">
            <a:avLst/>
          </a:prstGeom>
          <a:ln w="29845">
            <a:solidFill>
              <a:srgbClr val="20754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Functional node: Workers / Local training"/>
          <p:cNvSpPr/>
          <p:nvPr/>
        </p:nvSpPr>
        <p:spPr>
          <a:xfrm>
            <a:off x="1387796" y="1849709"/>
            <a:ext cx="1920240" cy="804672"/>
          </a:xfrm>
          <a:prstGeom prst="roundRect">
            <a:avLst/>
          </a:prstGeom>
          <a:solidFill>
            <a:srgbClr val="FFFFFF"/>
          </a:solidFill>
          <a:ln w="1714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Label: Workers"/>
          <p:cNvSpPr txBox="1"/>
          <p:nvPr/>
        </p:nvSpPr>
        <p:spPr>
          <a:xfrm>
            <a:off x="1442660" y="1959437"/>
            <a:ext cx="1810512" cy="329184"/>
          </a:xfrm>
          <a:prstGeom prst="rect">
            <a:avLst/>
          </a:prstGeom>
          <a:noFill/>
        </p:spPr>
        <p:txBody>
          <a:bodyPr wrap="square" lIns="0" rIns="0" tIns="0" bIns="0" anchor="ctr">
            <a:spAutoFit/>
          </a:bodyPr>
          <a:lstStyle/>
          <a:p>
            <a:pPr algn="ctr"/>
            <a:r>
              <a:rPr sz="1800" b="1" lang="en-US">
                <a:solidFill>
                  <a:srgbClr val="207548"/>
                </a:solidFill>
                <a:latin typeface="Arial"/>
              </a:rPr>
              <a:t>Workers</a:t>
            </a:r>
          </a:p>
        </p:txBody>
      </p:sp>
      <p:sp>
        <p:nvSpPr>
          <p:cNvPr id="40" name="Label: Local training"/>
          <p:cNvSpPr txBox="1"/>
          <p:nvPr/>
        </p:nvSpPr>
        <p:spPr>
          <a:xfrm>
            <a:off x="1442660" y="2370917"/>
            <a:ext cx="1810512" cy="219456"/>
          </a:xfrm>
          <a:prstGeom prst="rect">
            <a:avLst/>
          </a:prstGeom>
          <a:noFill/>
        </p:spPr>
        <p:txBody>
          <a:bodyPr wrap="square" lIns="0" rIns="0" tIns="0" bIns="0" anchor="ctr">
            <a:spAutoFit/>
          </a:bodyPr>
          <a:lstStyle/>
          <a:p>
            <a:pPr algn="ctr"/>
            <a:r>
              <a:rPr sz="1300" b="0" lang="en-US">
                <a:solidFill>
                  <a:srgbClr val="207548"/>
                </a:solidFill>
                <a:latin typeface="Arial"/>
              </a:rPr>
              <a:t>Local training</a:t>
            </a:r>
          </a:p>
        </p:txBody>
      </p:sp>
      <p:sp>
        <p:nvSpPr>
          <p:cNvPr id="41" name="Functional node: Aggregator / Combine updates"/>
          <p:cNvSpPr/>
          <p:nvPr/>
        </p:nvSpPr>
        <p:spPr>
          <a:xfrm>
            <a:off x="1387796" y="4441362"/>
            <a:ext cx="1920240" cy="804672"/>
          </a:xfrm>
          <a:prstGeom prst="roundRect">
            <a:avLst/>
          </a:prstGeom>
          <a:solidFill>
            <a:srgbClr val="FFFFFF"/>
          </a:solidFill>
          <a:ln w="17145">
            <a:solidFill>
              <a:srgbClr val="20754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Label: Aggregator"/>
          <p:cNvSpPr txBox="1"/>
          <p:nvPr/>
        </p:nvSpPr>
        <p:spPr>
          <a:xfrm>
            <a:off x="1442660" y="4551090"/>
            <a:ext cx="1810512" cy="329184"/>
          </a:xfrm>
          <a:prstGeom prst="rect">
            <a:avLst/>
          </a:prstGeom>
          <a:noFill/>
        </p:spPr>
        <p:txBody>
          <a:bodyPr wrap="square" lIns="0" rIns="0" tIns="0" bIns="0" anchor="ctr">
            <a:spAutoFit/>
          </a:bodyPr>
          <a:lstStyle/>
          <a:p>
            <a:pPr algn="ctr"/>
            <a:r>
              <a:rPr sz="1800" b="1" lang="en-US">
                <a:solidFill>
                  <a:srgbClr val="207548"/>
                </a:solidFill>
                <a:latin typeface="Arial"/>
              </a:rPr>
              <a:t>Aggregator</a:t>
            </a:r>
          </a:p>
        </p:txBody>
      </p:sp>
      <p:sp>
        <p:nvSpPr>
          <p:cNvPr id="43" name="Label: Combine updates"/>
          <p:cNvSpPr txBox="1"/>
          <p:nvPr/>
        </p:nvSpPr>
        <p:spPr>
          <a:xfrm>
            <a:off x="1442660" y="4962570"/>
            <a:ext cx="1810512" cy="219456"/>
          </a:xfrm>
          <a:prstGeom prst="rect">
            <a:avLst/>
          </a:prstGeom>
          <a:noFill/>
        </p:spPr>
        <p:txBody>
          <a:bodyPr wrap="square" lIns="0" rIns="0" tIns="0" bIns="0" anchor="ctr">
            <a:spAutoFit/>
          </a:bodyPr>
          <a:lstStyle/>
          <a:p>
            <a:pPr algn="ctr"/>
            <a:r>
              <a:rPr sz="1300" b="0" lang="en-US">
                <a:solidFill>
                  <a:srgbClr val="207548"/>
                </a:solidFill>
                <a:latin typeface="Arial"/>
              </a:rPr>
              <a:t>Combine updates</a:t>
            </a:r>
          </a:p>
        </p:txBody>
      </p:sp>
      <p:sp>
        <p:nvSpPr>
          <p:cNvPr id="44" name="Label: DFL"/>
          <p:cNvSpPr txBox="1"/>
          <p:nvPr/>
        </p:nvSpPr>
        <p:spPr>
          <a:xfrm>
            <a:off x="2715768" y="3337560"/>
            <a:ext cx="1115568" cy="420624"/>
          </a:xfrm>
          <a:prstGeom prst="rect">
            <a:avLst/>
          </a:prstGeom>
          <a:noFill/>
        </p:spPr>
        <p:txBody>
          <a:bodyPr wrap="square" lIns="0" rIns="0" tIns="0" bIns="0" anchor="ctr">
            <a:spAutoFit/>
          </a:bodyPr>
          <a:lstStyle/>
          <a:p>
            <a:pPr algn="ctr"/>
            <a:r>
              <a:rPr sz="2600" b="1" lang="en-US">
                <a:solidFill>
                  <a:srgbClr val="207548"/>
                </a:solidFill>
                <a:latin typeface="Arial"/>
              </a:rPr>
              <a:t>DFL</a:t>
            </a:r>
          </a:p>
        </p:txBody>
      </p:sp>
      <p:sp>
        <p:nvSpPr>
          <p:cNvPr id="45" name="Label: Local / updates"/>
          <p:cNvSpPr txBox="1"/>
          <p:nvPr/>
        </p:nvSpPr>
        <p:spPr>
          <a:xfrm>
            <a:off x="566928" y="3209544"/>
            <a:ext cx="1078992" cy="612648"/>
          </a:xfrm>
          <a:prstGeom prst="rect">
            <a:avLst/>
          </a:prstGeom>
          <a:noFill/>
        </p:spPr>
        <p:txBody>
          <a:bodyPr wrap="square" lIns="0" rIns="0" tIns="0" bIns="0" anchor="ctr">
            <a:spAutoFit/>
          </a:bodyPr>
          <a:lstStyle/>
          <a:p>
            <a:pPr algn="ctr"/>
            <a:r>
              <a:rPr sz="1500" b="0" lang="en-US">
                <a:solidFill>
                  <a:srgbClr val="207548"/>
                </a:solidFill>
                <a:latin typeface="Arial"/>
              </a:rPr>
              <a:t>Local
updates</a:t>
            </a:r>
          </a:p>
        </p:txBody>
      </p:sp>
      <p:sp>
        <p:nvSpPr>
          <p:cNvPr id="46" name="Label: Load model"/>
          <p:cNvSpPr txBox="1"/>
          <p:nvPr/>
        </p:nvSpPr>
        <p:spPr>
          <a:xfrm>
            <a:off x="3355848" y="1536192"/>
            <a:ext cx="1664208" cy="310896"/>
          </a:xfrm>
          <a:prstGeom prst="rect">
            <a:avLst/>
          </a:prstGeom>
          <a:noFill/>
        </p:spPr>
        <p:txBody>
          <a:bodyPr wrap="square" lIns="0" rIns="0" tIns="0" bIns="0" anchor="ctr">
            <a:spAutoFit/>
          </a:bodyPr>
          <a:lstStyle/>
          <a:p>
            <a:pPr algn="ctr"/>
            <a:r>
              <a:rPr sz="1500" b="0" lang="en-US">
                <a:solidFill>
                  <a:srgbClr val="207548"/>
                </a:solidFill>
                <a:latin typeface="Arial"/>
              </a:rPr>
              <a:t>Load model</a:t>
            </a:r>
          </a:p>
        </p:txBody>
      </p:sp>
      <p:sp>
        <p:nvSpPr>
          <p:cNvPr id="47" name="Label: Publish model"/>
          <p:cNvSpPr txBox="1"/>
          <p:nvPr/>
        </p:nvSpPr>
        <p:spPr>
          <a:xfrm>
            <a:off x="3172968" y="5321808"/>
            <a:ext cx="1947672" cy="292608"/>
          </a:xfrm>
          <a:prstGeom prst="rect">
            <a:avLst/>
          </a:prstGeom>
          <a:noFill/>
        </p:spPr>
        <p:txBody>
          <a:bodyPr wrap="square" lIns="0" rIns="0" tIns="0" bIns="0" anchor="ctr">
            <a:spAutoFit/>
          </a:bodyPr>
          <a:lstStyle/>
          <a:p>
            <a:pPr algn="ctr"/>
            <a:r>
              <a:rPr sz="1500" b="0" lang="en-US">
                <a:solidFill>
                  <a:srgbClr val="207548"/>
                </a:solidFill>
                <a:latin typeface="Arial"/>
              </a:rPr>
              <a:t>Publish model</a:t>
            </a:r>
          </a:p>
        </p:txBody>
      </p:sp>
      <p:sp>
        <p:nvSpPr>
          <p:cNvPr id="48" name="Functional publication segment on DFL cycle"/>
          <p:cNvSpPr/>
          <p:nvPr/>
        </p:nvSpPr>
        <p:spPr>
          <a:xfrm>
            <a:off x="3831335" y="2505456"/>
            <a:ext cx="2011680" cy="2084831"/>
          </a:xfrm>
          <a:prstGeom prst="roundRect">
            <a:avLst/>
          </a:prstGeom>
          <a:solidFill>
            <a:srgbClr val="F8F5FB"/>
          </a:solidFill>
          <a:ln w="1651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 Global model"/>
          <p:cNvSpPr txBox="1"/>
          <p:nvPr/>
        </p:nvSpPr>
        <p:spPr>
          <a:xfrm>
            <a:off x="3904487" y="2615184"/>
            <a:ext cx="1865376" cy="320040"/>
          </a:xfrm>
          <a:prstGeom prst="rect">
            <a:avLst/>
          </a:prstGeom>
          <a:noFill/>
        </p:spPr>
        <p:txBody>
          <a:bodyPr wrap="square" lIns="0" rIns="0" tIns="0" bIns="0" anchor="ctr">
            <a:spAutoFit/>
          </a:bodyPr>
          <a:lstStyle/>
          <a:p>
            <a:pPr algn="ctr"/>
            <a:r>
              <a:rPr sz="1800" b="1" lang="en-US">
                <a:solidFill>
                  <a:srgbClr val="7446A6"/>
                </a:solidFill>
                <a:latin typeface="Arial"/>
              </a:rPr>
              <a:t>Global model</a:t>
            </a:r>
          </a:p>
        </p:txBody>
      </p:sp>
      <p:sp>
        <p:nvSpPr>
          <p:cNvPr id="50" name="Rounded Rectangle 49"/>
          <p:cNvSpPr/>
          <p:nvPr/>
        </p:nvSpPr>
        <p:spPr>
          <a:xfrm>
            <a:off x="3931920" y="3081527"/>
            <a:ext cx="1810512" cy="603504"/>
          </a:xfrm>
          <a:prstGeom prst="roundRect">
            <a:avLst/>
          </a:prstGeom>
          <a:solidFill>
            <a:srgbClr val="FFFFFF"/>
          </a:solidFill>
          <a:ln w="1270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 IPFS"/>
          <p:cNvSpPr txBox="1"/>
          <p:nvPr/>
        </p:nvSpPr>
        <p:spPr>
          <a:xfrm>
            <a:off x="4005072" y="3127248"/>
            <a:ext cx="1664208" cy="292608"/>
          </a:xfrm>
          <a:prstGeom prst="rect">
            <a:avLst/>
          </a:prstGeom>
          <a:noFill/>
        </p:spPr>
        <p:txBody>
          <a:bodyPr wrap="square" lIns="0" rIns="0" tIns="0" bIns="0" anchor="ctr">
            <a:spAutoFit/>
          </a:bodyPr>
          <a:lstStyle/>
          <a:p>
            <a:pPr algn="ctr"/>
            <a:r>
              <a:rPr sz="1600" b="1" lang="en-US">
                <a:solidFill>
                  <a:srgbClr val="7446A6"/>
                </a:solidFill>
                <a:latin typeface="Arial"/>
              </a:rPr>
              <a:t>IPFS</a:t>
            </a:r>
          </a:p>
        </p:txBody>
      </p:sp>
      <p:sp>
        <p:nvSpPr>
          <p:cNvPr id="52" name="Label: Model files"/>
          <p:cNvSpPr txBox="1"/>
          <p:nvPr/>
        </p:nvSpPr>
        <p:spPr>
          <a:xfrm>
            <a:off x="4005072" y="3465575"/>
            <a:ext cx="1664208" cy="192024"/>
          </a:xfrm>
          <a:prstGeom prst="rect">
            <a:avLst/>
          </a:prstGeom>
          <a:noFill/>
        </p:spPr>
        <p:txBody>
          <a:bodyPr wrap="square" lIns="0" rIns="0" tIns="0" bIns="0" anchor="ctr">
            <a:spAutoFit/>
          </a:bodyPr>
          <a:lstStyle/>
          <a:p>
            <a:pPr algn="ctr"/>
            <a:r>
              <a:rPr sz="1250" b="0" lang="en-US">
                <a:solidFill>
                  <a:srgbClr val="7446A6"/>
                </a:solidFill>
                <a:latin typeface="Arial"/>
              </a:rPr>
              <a:t>Model files</a:t>
            </a:r>
          </a:p>
        </p:txBody>
      </p:sp>
      <p:sp>
        <p:nvSpPr>
          <p:cNvPr id="53" name="Rounded Rectangle 52"/>
          <p:cNvSpPr/>
          <p:nvPr/>
        </p:nvSpPr>
        <p:spPr>
          <a:xfrm>
            <a:off x="3931920" y="3803904"/>
            <a:ext cx="1810512" cy="603504"/>
          </a:xfrm>
          <a:prstGeom prst="roundRect">
            <a:avLst/>
          </a:prstGeom>
          <a:solidFill>
            <a:srgbClr val="FFFFFF"/>
          </a:solidFill>
          <a:ln w="12700">
            <a:solidFill>
              <a:srgbClr val="7446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Label: Blockchain"/>
          <p:cNvSpPr txBox="1"/>
          <p:nvPr/>
        </p:nvSpPr>
        <p:spPr>
          <a:xfrm>
            <a:off x="4005072" y="3849624"/>
            <a:ext cx="1664208" cy="292608"/>
          </a:xfrm>
          <a:prstGeom prst="rect">
            <a:avLst/>
          </a:prstGeom>
          <a:noFill/>
        </p:spPr>
        <p:txBody>
          <a:bodyPr wrap="square" lIns="0" rIns="0" tIns="0" bIns="0" anchor="ctr">
            <a:spAutoFit/>
          </a:bodyPr>
          <a:lstStyle/>
          <a:p>
            <a:pPr algn="ctr"/>
            <a:r>
              <a:rPr sz="1600" b="1" lang="en-US">
                <a:solidFill>
                  <a:srgbClr val="7446A6"/>
                </a:solidFill>
                <a:latin typeface="Arial"/>
              </a:rPr>
              <a:t>Blockchain</a:t>
            </a:r>
          </a:p>
        </p:txBody>
      </p:sp>
      <p:sp>
        <p:nvSpPr>
          <p:cNvPr id="55" name="Label: Model reference"/>
          <p:cNvSpPr txBox="1"/>
          <p:nvPr/>
        </p:nvSpPr>
        <p:spPr>
          <a:xfrm>
            <a:off x="4005072" y="4187952"/>
            <a:ext cx="1664208" cy="192024"/>
          </a:xfrm>
          <a:prstGeom prst="rect">
            <a:avLst/>
          </a:prstGeom>
          <a:noFill/>
        </p:spPr>
        <p:txBody>
          <a:bodyPr wrap="square" lIns="0" rIns="0" tIns="0" bIns="0" anchor="ctr">
            <a:spAutoFit/>
          </a:bodyPr>
          <a:lstStyle/>
          <a:p>
            <a:pPr algn="ctr"/>
            <a:r>
              <a:rPr sz="1250" b="0" lang="en-US">
                <a:solidFill>
                  <a:srgbClr val="7446A6"/>
                </a:solidFill>
                <a:latin typeface="Arial"/>
              </a:rPr>
              <a:t>Model reference</a:t>
            </a:r>
          </a:p>
        </p:txBody>
      </p:sp>
      <p:cxnSp>
        <p:nvCxnSpPr>
          <p:cNvPr id="56" name="Flow"/>
          <p:cNvCxnSpPr/>
          <p:nvPr/>
        </p:nvCxnSpPr>
        <p:spPr>
          <a:xfrm>
            <a:off x="5897880" y="3547872"/>
            <a:ext cx="1444751" cy="0"/>
          </a:xfrm>
          <a:prstGeom prst="line">
            <a:avLst/>
          </a:prstGeom>
          <a:ln w="29209">
            <a:solidFill>
              <a:srgbClr val="7446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57" name="Label: Published / model"/>
          <p:cNvSpPr txBox="1"/>
          <p:nvPr/>
        </p:nvSpPr>
        <p:spPr>
          <a:xfrm>
            <a:off x="6016752" y="2788920"/>
            <a:ext cx="1252728" cy="594360"/>
          </a:xfrm>
          <a:prstGeom prst="rect">
            <a:avLst/>
          </a:prstGeom>
          <a:noFill/>
        </p:spPr>
        <p:txBody>
          <a:bodyPr wrap="square" lIns="0" rIns="0" tIns="0" bIns="0" anchor="ctr">
            <a:spAutoFit/>
          </a:bodyPr>
          <a:lstStyle/>
          <a:p>
            <a:pPr algn="ctr"/>
            <a:r>
              <a:rPr sz="1600" b="0" lang="en-US">
                <a:solidFill>
                  <a:srgbClr val="7446A6"/>
                </a:solidFill>
                <a:latin typeface="Arial"/>
              </a:rPr>
              <a:t>Published
model</a:t>
            </a:r>
          </a:p>
        </p:txBody>
      </p:sp>
      <p:sp>
        <p:nvSpPr>
          <p:cNvPr id="58" name="Node: Attested / inference"/>
          <p:cNvSpPr/>
          <p:nvPr/>
        </p:nvSpPr>
        <p:spPr>
          <a:xfrm>
            <a:off x="7388352" y="3067812"/>
            <a:ext cx="1810512" cy="960120"/>
          </a:xfrm>
          <a:prstGeom prst="roundRect">
            <a:avLst/>
          </a:prstGeom>
          <a:solidFill>
            <a:srgbClr val="EDF4FA"/>
          </a:solidFill>
          <a:ln w="1778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Label: Attested / inference"/>
          <p:cNvSpPr txBox="1"/>
          <p:nvPr/>
        </p:nvSpPr>
        <p:spPr>
          <a:xfrm>
            <a:off x="7452360" y="3095244"/>
            <a:ext cx="1682495" cy="905256"/>
          </a:xfrm>
          <a:prstGeom prst="rect">
            <a:avLst/>
          </a:prstGeom>
          <a:noFill/>
        </p:spPr>
        <p:txBody>
          <a:bodyPr wrap="square" lIns="0" rIns="0" tIns="0" bIns="0" anchor="ctr">
            <a:spAutoFit/>
          </a:bodyPr>
          <a:lstStyle/>
          <a:p>
            <a:pPr algn="ctr"/>
            <a:r>
              <a:rPr sz="2000" b="1" lang="en-US">
                <a:solidFill>
                  <a:srgbClr val="1764A1"/>
                </a:solidFill>
                <a:latin typeface="Arial"/>
              </a:rPr>
              <a:t>Attested
inference</a:t>
            </a:r>
          </a:p>
        </p:txBody>
      </p:sp>
      <p:sp>
        <p:nvSpPr>
          <p:cNvPr id="60" name="Oval 59"/>
          <p:cNvSpPr/>
          <p:nvPr/>
        </p:nvSpPr>
        <p:spPr>
          <a:xfrm>
            <a:off x="7854696" y="1371600"/>
            <a:ext cx="877824" cy="877824"/>
          </a:xfrm>
          <a:prstGeom prst="ellipse">
            <a:avLst/>
          </a:prstGeom>
          <a:solidFill>
            <a:srgbClr val="EDF4FA"/>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8091525" y="1655064"/>
            <a:ext cx="404164" cy="303123"/>
          </a:xfrm>
          <a:prstGeom prst="roundRect">
            <a:avLst/>
          </a:prstGeom>
          <a:solidFill>
            <a:srgbClr val="FFFFFF"/>
          </a:solidFill>
          <a:ln w="1778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8186348" y="1757659"/>
            <a:ext cx="51297" cy="51297"/>
          </a:xfrm>
          <a:prstGeom prst="ellipse">
            <a:avLst/>
          </a:prstGeom>
          <a:solidFill>
            <a:srgbClr val="1764A1"/>
          </a:solidFill>
          <a:ln w="1016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8349569" y="1757659"/>
            <a:ext cx="51297" cy="51297"/>
          </a:xfrm>
          <a:prstGeom prst="ellipse">
            <a:avLst/>
          </a:prstGeom>
          <a:solidFill>
            <a:srgbClr val="1764A1"/>
          </a:solidFill>
          <a:ln w="1016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4" name="Flow"/>
          <p:cNvCxnSpPr/>
          <p:nvPr/>
        </p:nvCxnSpPr>
        <p:spPr>
          <a:xfrm>
            <a:off x="8223656" y="1888236"/>
            <a:ext cx="139903" cy="0"/>
          </a:xfrm>
          <a:prstGeom prst="line">
            <a:avLst/>
          </a:prstGeom>
          <a:ln w="1524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65" name="Flow"/>
          <p:cNvCxnSpPr/>
          <p:nvPr/>
        </p:nvCxnSpPr>
        <p:spPr>
          <a:xfrm flipV="1">
            <a:off x="8293608" y="1569567"/>
            <a:ext cx="0" cy="85497"/>
          </a:xfrm>
          <a:prstGeom prst="line">
            <a:avLst/>
          </a:prstGeom>
          <a:ln w="15240">
            <a:solidFill>
              <a:srgbClr val="1764A1"/>
            </a:solidFill>
          </a:ln>
        </p:spPr>
        <p:style>
          <a:lnRef idx="2">
            <a:schemeClr val="accent1"/>
          </a:lnRef>
          <a:fillRef idx="0">
            <a:schemeClr val="accent1"/>
          </a:fillRef>
          <a:effectRef idx="1">
            <a:schemeClr val="accent1"/>
          </a:effectRef>
          <a:fontRef idx="minor">
            <a:schemeClr val="tx1"/>
          </a:fontRef>
        </p:style>
      </p:cxnSp>
      <p:sp>
        <p:nvSpPr>
          <p:cNvPr id="66" name="Oval 65"/>
          <p:cNvSpPr/>
          <p:nvPr/>
        </p:nvSpPr>
        <p:spPr>
          <a:xfrm>
            <a:off x="8262518" y="1507388"/>
            <a:ext cx="62179" cy="62179"/>
          </a:xfrm>
          <a:prstGeom prst="ellipse">
            <a:avLst/>
          </a:prstGeom>
          <a:solidFill>
            <a:srgbClr val="FFFFFF"/>
          </a:solidFill>
          <a:ln w="1397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Label: Agent"/>
          <p:cNvSpPr txBox="1"/>
          <p:nvPr/>
        </p:nvSpPr>
        <p:spPr>
          <a:xfrm>
            <a:off x="7242048" y="2368296"/>
            <a:ext cx="2103120" cy="347472"/>
          </a:xfrm>
          <a:prstGeom prst="rect">
            <a:avLst/>
          </a:prstGeom>
          <a:noFill/>
        </p:spPr>
        <p:txBody>
          <a:bodyPr wrap="square" lIns="0" rIns="0" tIns="0" bIns="0" anchor="ctr">
            <a:spAutoFit/>
          </a:bodyPr>
          <a:lstStyle/>
          <a:p>
            <a:pPr algn="ctr"/>
            <a:r>
              <a:rPr sz="1900" b="1" lang="en-US">
                <a:solidFill>
                  <a:srgbClr val="1764A1"/>
                </a:solidFill>
                <a:latin typeface="Arial"/>
              </a:rPr>
              <a:t>Agent</a:t>
            </a:r>
          </a:p>
        </p:txBody>
      </p:sp>
      <p:cxnSp>
        <p:nvCxnSpPr>
          <p:cNvPr id="68" name="Flow"/>
          <p:cNvCxnSpPr/>
          <p:nvPr/>
        </p:nvCxnSpPr>
        <p:spPr>
          <a:xfrm>
            <a:off x="8065008" y="2743200"/>
            <a:ext cx="0" cy="265176"/>
          </a:xfrm>
          <a:prstGeom prst="line">
            <a:avLst/>
          </a:prstGeom>
          <a:ln w="2667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69" name="Label: MCP"/>
          <p:cNvSpPr txBox="1"/>
          <p:nvPr/>
        </p:nvSpPr>
        <p:spPr>
          <a:xfrm>
            <a:off x="7397496" y="2738628"/>
            <a:ext cx="594360" cy="274320"/>
          </a:xfrm>
          <a:prstGeom prst="rect">
            <a:avLst/>
          </a:prstGeom>
          <a:noFill/>
        </p:spPr>
        <p:txBody>
          <a:bodyPr wrap="square" lIns="0" rIns="0" tIns="0" bIns="0" anchor="ctr">
            <a:spAutoFit/>
          </a:bodyPr>
          <a:lstStyle/>
          <a:p>
            <a:pPr algn="ctr"/>
            <a:r>
              <a:rPr sz="1600" b="1" lang="en-US">
                <a:solidFill>
                  <a:srgbClr val="1764A1"/>
                </a:solidFill>
                <a:latin typeface="Arial"/>
              </a:rPr>
              <a:t>MCP</a:t>
            </a:r>
          </a:p>
        </p:txBody>
      </p:sp>
      <p:cxnSp>
        <p:nvCxnSpPr>
          <p:cNvPr id="70" name="Flow"/>
          <p:cNvCxnSpPr/>
          <p:nvPr/>
        </p:nvCxnSpPr>
        <p:spPr>
          <a:xfrm flipV="1">
            <a:off x="8540496" y="2743200"/>
            <a:ext cx="0" cy="265176"/>
          </a:xfrm>
          <a:prstGeom prst="line">
            <a:avLst/>
          </a:prstGeom>
          <a:ln w="1905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71" name="Label: Result"/>
          <p:cNvSpPr txBox="1"/>
          <p:nvPr/>
        </p:nvSpPr>
        <p:spPr>
          <a:xfrm>
            <a:off x="8668512" y="2738628"/>
            <a:ext cx="722376" cy="274320"/>
          </a:xfrm>
          <a:prstGeom prst="rect">
            <a:avLst/>
          </a:prstGeom>
          <a:noFill/>
        </p:spPr>
        <p:txBody>
          <a:bodyPr wrap="square" lIns="0" rIns="0" tIns="0" bIns="0" anchor="ctr">
            <a:spAutoFit/>
          </a:bodyPr>
          <a:lstStyle/>
          <a:p>
            <a:pPr algn="ctr"/>
            <a:r>
              <a:rPr sz="1400" b="0" lang="en-US">
                <a:solidFill>
                  <a:srgbClr val="67747C"/>
                </a:solidFill>
                <a:latin typeface="Arial"/>
              </a:rPr>
              <a:t>Result</a:t>
            </a:r>
          </a:p>
        </p:txBody>
      </p:sp>
      <p:cxnSp>
        <p:nvCxnSpPr>
          <p:cNvPr id="72" name="Flow"/>
          <p:cNvCxnSpPr/>
          <p:nvPr/>
        </p:nvCxnSpPr>
        <p:spPr>
          <a:xfrm>
            <a:off x="9244584" y="3547872"/>
            <a:ext cx="1115568" cy="0"/>
          </a:xfrm>
          <a:prstGeom prst="line">
            <a:avLst/>
          </a:prstGeom>
          <a:ln w="26670">
            <a:solidFill>
              <a:srgbClr val="1764A1"/>
            </a:solidFill>
            <a:tailEnd type="triangle" w="med" len="med"/>
          </a:ln>
        </p:spPr>
        <p:style>
          <a:lnRef idx="2">
            <a:schemeClr val="accent1"/>
          </a:lnRef>
          <a:fillRef idx="0">
            <a:schemeClr val="accent1"/>
          </a:fillRef>
          <a:effectRef idx="1">
            <a:schemeClr val="accent1"/>
          </a:effectRef>
          <a:fontRef idx="minor">
            <a:schemeClr val="tx1"/>
          </a:fontRef>
        </p:style>
      </p:cxnSp>
      <p:sp>
        <p:nvSpPr>
          <p:cNvPr id="73" name="Label: Tool receipt"/>
          <p:cNvSpPr txBox="1"/>
          <p:nvPr/>
        </p:nvSpPr>
        <p:spPr>
          <a:xfrm>
            <a:off x="9281160" y="3081528"/>
            <a:ext cx="1115568" cy="301752"/>
          </a:xfrm>
          <a:prstGeom prst="rect">
            <a:avLst/>
          </a:prstGeom>
          <a:noFill/>
        </p:spPr>
        <p:txBody>
          <a:bodyPr wrap="square" lIns="0" rIns="0" tIns="0" bIns="0" anchor="ctr">
            <a:spAutoFit/>
          </a:bodyPr>
          <a:lstStyle/>
          <a:p>
            <a:pPr algn="ctr"/>
            <a:r>
              <a:rPr sz="1300" b="0" lang="en-US">
                <a:solidFill>
                  <a:srgbClr val="1764A1"/>
                </a:solidFill>
                <a:latin typeface="Arial"/>
              </a:rPr>
              <a:t>Tool receipt</a:t>
            </a:r>
          </a:p>
        </p:txBody>
      </p:sp>
      <p:sp>
        <p:nvSpPr>
          <p:cNvPr id="74" name="Oval 73"/>
          <p:cNvSpPr/>
          <p:nvPr/>
        </p:nvSpPr>
        <p:spPr>
          <a:xfrm>
            <a:off x="10433304" y="3108960"/>
            <a:ext cx="877824" cy="877824"/>
          </a:xfrm>
          <a:prstGeom prst="ellipse">
            <a:avLst/>
          </a:prstGeom>
          <a:solidFill>
            <a:srgbClr val="EDF4FA"/>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10755630" y="3229203"/>
            <a:ext cx="388620" cy="481888"/>
          </a:xfrm>
          <a:prstGeom prst="rect">
            <a:avLst/>
          </a:prstGeom>
          <a:solidFill>
            <a:srgbClr val="FFFFFF"/>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10716768" y="3268065"/>
            <a:ext cx="388620" cy="481888"/>
          </a:xfrm>
          <a:prstGeom prst="rect">
            <a:avLst/>
          </a:prstGeom>
          <a:solidFill>
            <a:srgbClr val="FFFFFF"/>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10677906" y="3306927"/>
            <a:ext cx="388620" cy="481888"/>
          </a:xfrm>
          <a:prstGeom prst="rect">
            <a:avLst/>
          </a:prstGeom>
          <a:solidFill>
            <a:srgbClr val="FFFFFF"/>
          </a:solidFill>
          <a:ln w="15240">
            <a:solidFill>
              <a:srgbClr val="1764A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8" name="Flow"/>
          <p:cNvCxnSpPr/>
          <p:nvPr/>
        </p:nvCxnSpPr>
        <p:spPr>
          <a:xfrm>
            <a:off x="10755630" y="3439058"/>
            <a:ext cx="225399" cy="0"/>
          </a:xfrm>
          <a:prstGeom prst="line">
            <a:avLst/>
          </a:prstGeom>
          <a:ln w="1524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79" name="Flow"/>
          <p:cNvCxnSpPr/>
          <p:nvPr/>
        </p:nvCxnSpPr>
        <p:spPr>
          <a:xfrm>
            <a:off x="10755630" y="3547872"/>
            <a:ext cx="225399" cy="0"/>
          </a:xfrm>
          <a:prstGeom prst="line">
            <a:avLst/>
          </a:prstGeom>
          <a:ln w="15240">
            <a:solidFill>
              <a:srgbClr val="1764A1"/>
            </a:solidFill>
          </a:ln>
        </p:spPr>
        <p:style>
          <a:lnRef idx="2">
            <a:schemeClr val="accent1"/>
          </a:lnRef>
          <a:fillRef idx="0">
            <a:schemeClr val="accent1"/>
          </a:fillRef>
          <a:effectRef idx="1">
            <a:schemeClr val="accent1"/>
          </a:effectRef>
          <a:fontRef idx="minor">
            <a:schemeClr val="tx1"/>
          </a:fontRef>
        </p:style>
      </p:cxnSp>
      <p:cxnSp>
        <p:nvCxnSpPr>
          <p:cNvPr id="80" name="Flow"/>
          <p:cNvCxnSpPr/>
          <p:nvPr/>
        </p:nvCxnSpPr>
        <p:spPr>
          <a:xfrm>
            <a:off x="10755630" y="3656685"/>
            <a:ext cx="225399" cy="0"/>
          </a:xfrm>
          <a:prstGeom prst="line">
            <a:avLst/>
          </a:prstGeom>
          <a:ln w="15240">
            <a:solidFill>
              <a:srgbClr val="1764A1"/>
            </a:solidFill>
          </a:ln>
        </p:spPr>
        <p:style>
          <a:lnRef idx="2">
            <a:schemeClr val="accent1"/>
          </a:lnRef>
          <a:fillRef idx="0">
            <a:schemeClr val="accent1"/>
          </a:fillRef>
          <a:effectRef idx="1">
            <a:schemeClr val="accent1"/>
          </a:effectRef>
          <a:fontRef idx="minor">
            <a:schemeClr val="tx1"/>
          </a:fontRef>
        </p:style>
      </p:cxnSp>
      <p:sp>
        <p:nvSpPr>
          <p:cNvPr id="81" name="Label: Transparency / log"/>
          <p:cNvSpPr txBox="1"/>
          <p:nvPr/>
        </p:nvSpPr>
        <p:spPr>
          <a:xfrm>
            <a:off x="9820656" y="4105656"/>
            <a:ext cx="2103120" cy="658368"/>
          </a:xfrm>
          <a:prstGeom prst="rect">
            <a:avLst/>
          </a:prstGeom>
          <a:noFill/>
        </p:spPr>
        <p:txBody>
          <a:bodyPr wrap="square" lIns="0" rIns="0" tIns="0" bIns="0" anchor="ctr">
            <a:spAutoFit/>
          </a:bodyPr>
          <a:lstStyle/>
          <a:p>
            <a:pPr algn="ctr"/>
            <a:r>
              <a:rPr sz="1800" b="1" lang="en-US">
                <a:solidFill>
                  <a:srgbClr val="1764A1"/>
                </a:solidFill>
                <a:latin typeface="Arial"/>
              </a:rPr>
              <a:t>Transparency
log</a:t>
            </a:r>
          </a:p>
        </p:txBody>
      </p:sp>
    </p:spTree>
  </p:cSld>
  <p:clrMapOvr>
    <a:masterClrMapping/>
  </p:clrMapOvr>
</p:sld>
</file>

<file path=ppt/theme/theme1.xml><?xml version="1.0" encoding="utf-8"?>
<a:theme xmlns:a="http://schemas.openxmlformats.org/drawingml/2006/main" name="Titelfolien zur Auswahl">
  <a:themeElements>
    <a:clrScheme name="TU Berlin">
      <a:dk1>
        <a:srgbClr val="434343"/>
      </a:dk1>
      <a:lt1>
        <a:srgbClr val="FFFFFF"/>
      </a:lt1>
      <a:dk2>
        <a:srgbClr val="434343"/>
      </a:dk2>
      <a:lt2>
        <a:srgbClr val="E7E6E6"/>
      </a:lt2>
      <a:accent1>
        <a:srgbClr val="C30D1E"/>
      </a:accent1>
      <a:accent2>
        <a:srgbClr val="B2B2B2"/>
      </a:accent2>
      <a:accent3>
        <a:srgbClr val="FF6C00"/>
      </a:accent3>
      <a:accent4>
        <a:srgbClr val="1F90CC"/>
      </a:accent4>
      <a:accent5>
        <a:srgbClr val="9013FE"/>
      </a:accent5>
      <a:accent6>
        <a:srgbClr val="49CB40"/>
      </a:accent6>
      <a:hlink>
        <a:srgbClr val="C30D1E"/>
      </a:hlink>
      <a:folHlink>
        <a:srgbClr val="C30D1E"/>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äsentation1" id="{AF5D8605-2613-D24D-AB7D-44425CE5E9EB}" vid="{4A2A0730-D474-B642-9EC8-245B2B7F7B17}"/>
    </a:ext>
  </a:extLst>
</a:theme>
</file>

<file path=ppt/theme/theme2.xml><?xml version="1.0" encoding="utf-8"?>
<a:theme xmlns:a="http://schemas.openxmlformats.org/drawingml/2006/main" name="Master für Folgeseiten">
  <a:themeElements>
    <a:clrScheme name="TU Berlin ">
      <a:dk1>
        <a:srgbClr val="434343"/>
      </a:dk1>
      <a:lt1>
        <a:srgbClr val="FFFFFF"/>
      </a:lt1>
      <a:dk2>
        <a:srgbClr val="434343"/>
      </a:dk2>
      <a:lt2>
        <a:srgbClr val="E7E6E6"/>
      </a:lt2>
      <a:accent1>
        <a:srgbClr val="C30D1E"/>
      </a:accent1>
      <a:accent2>
        <a:srgbClr val="B2B2B2"/>
      </a:accent2>
      <a:accent3>
        <a:srgbClr val="FF6C00"/>
      </a:accent3>
      <a:accent4>
        <a:srgbClr val="1F90CC"/>
      </a:accent4>
      <a:accent5>
        <a:srgbClr val="9013FE"/>
      </a:accent5>
      <a:accent6>
        <a:srgbClr val="49CB40"/>
      </a:accent6>
      <a:hlink>
        <a:srgbClr val="C30D1E"/>
      </a:hlink>
      <a:folHlink>
        <a:srgbClr val="C30D1E"/>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äsentation1" id="{AF5D8605-2613-D24D-AB7D-44425CE5E9EB}" vid="{6D2ACD7B-51E4-3F4D-A883-FB2A0ECC7C66}"/>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TU-Berlin-Praesentation-Master-einfarbig-Rot</Template>
  <TotalTime>0</TotalTime>
  <Words>59</Words>
  <Application>Microsoft Office PowerPoint</Application>
  <PresentationFormat>Breitbild</PresentationFormat>
  <Paragraphs>5</Paragraphs>
  <Slides>5</Slides>
  <Notes>0</Notes>
  <HiddenSlides>0</HiddenSlides>
  <MMClips>0</MMClips>
  <ScaleCrop>false</ScaleCrop>
  <HeadingPairs>
    <vt:vector size="6" baseType="variant">
      <vt:variant>
        <vt:lpstr>Verwendete Schriftarten</vt:lpstr>
      </vt:variant>
      <vt:variant>
        <vt:i4>3</vt:i4>
      </vt:variant>
      <vt:variant>
        <vt:lpstr>Design</vt:lpstr>
      </vt:variant>
      <vt:variant>
        <vt:i4>2</vt:i4>
      </vt:variant>
      <vt:variant>
        <vt:lpstr>Folientitel</vt:lpstr>
      </vt:variant>
      <vt:variant>
        <vt:i4>5</vt:i4>
      </vt:variant>
    </vt:vector>
  </HeadingPairs>
  <TitlesOfParts>
    <vt:vector size="10" baseType="lpstr">
      <vt:lpstr>Arial</vt:lpstr>
      <vt:lpstr>Calibri</vt:lpstr>
      <vt:lpstr>Symbol</vt:lpstr>
      <vt:lpstr>Titelfolien zur Auswahl</vt:lpstr>
      <vt:lpstr>Master für Folgeseiten</vt:lpstr>
      <vt:lpstr>PowerPoint-Präsentation</vt:lpstr>
      <vt:lpstr>PowerPoint-Präsentation</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Approved VITA-FL lifecycle diagram — F3</dc:title>
  <dc:creator>Ramon Mehrpoya</dc:creator>
  <cp:lastModifiedBy>Friedrich, Ulrike</cp:lastModifiedBy>
  <cp:revision>3</cp:revision>
  <cp:lastPrinted>2021-03-24T16:10:50Z</cp:lastPrinted>
  <dcterms:created xsi:type="dcterms:W3CDTF">2023-04-20T08:54:03Z</dcterms:created>
  <dcterms:modified xsi:type="dcterms:W3CDTF">2025-06-16T09:49:54Z</dcterms:modified>
  <dc:subject>Verifiable Decentralized Federated Machine Learning and Inference for AI Agent Systems</dc:subject>
  <cp:keywords>VITA-FL, DFL, TEE, attested inference, transparency log</cp:keywords>
  <dc:language>en-US</dc:language>
</cp:coreProperties>
</file>