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358" r:id="rId3"/>
    <p:sldId id="359" r:id="rId4"/>
    <p:sldId id="354" r:id="rId5"/>
    <p:sldId id="355" r:id="rId6"/>
    <p:sldId id="3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pic>
        <p:nvPicPr>
          <p:cNvPr id="14" name="Bildplatzhalter 8">
            <a:extLst>
              <a:ext uri="{FF2B5EF4-FFF2-40B4-BE49-F238E27FC236}">
                <a16:creationId xmlns:a16="http://schemas.microsoft.com/office/drawing/2014/main" id="{F0C93F5E-23FA-FA4B-8A4E-25501DAC13C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344" r="344"/>
          <a:stretch/>
        </p:blipFill>
        <p:spPr>
          <a:xfrm>
            <a:off x="9434349" y="5986710"/>
            <a:ext cx="2250000" cy="576000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Seite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7615318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Mustermann | Fachgebiet | Anlass der Präsentation | </a:t>
            </a:r>
            <a:fld id="{8AB8AE3C-4F02-BE49-87A2-4A6516160ED6}" type="datetime4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 Juni 2025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aum, Straße, Bürgersteig enthält.&#10;&#10;Automatisch generierte Beschreibung">
            <a:extLst>
              <a:ext uri="{FF2B5EF4-FFF2-40B4-BE49-F238E27FC236}">
                <a16:creationId xmlns:a16="http://schemas.microsoft.com/office/drawing/2014/main" id="{8F709F46-8902-044F-BC8E-D41E7551AAC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38334" b="6404"/>
          <a:stretch/>
        </p:blipFill>
        <p:spPr>
          <a:xfrm>
            <a:off x="-6479" y="1260572"/>
            <a:ext cx="8885359" cy="3273604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32807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Titel der Präsentation / Thema </a:t>
            </a:r>
            <a:b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2-zeilig möglich, Arial Regular 30pt, ZA: 36 </a:t>
            </a:r>
            <a:r>
              <a:rPr lang="de-DE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endParaRPr lang="de-DE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8328079" cy="283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Mustermann | Fachgebiet | Anlass der Präsentation | </a:t>
            </a:r>
            <a:fld id="{0F6880AF-F197-8546-A084-1C3550DC2BAA}" type="datetime4">
              <a:rPr lang="de-DE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16. Juni 2025</a:t>
            </a:fld>
            <a:endParaRPr lang="de-DE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Bildplatzhalter 8">
            <a:extLst>
              <a:ext uri="{FF2B5EF4-FFF2-40B4-BE49-F238E27FC236}">
                <a16:creationId xmlns:a16="http://schemas.microsoft.com/office/drawing/2014/main" id="{5137168F-F820-384E-9E3B-0C3DBA0F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" r="344"/>
          <a:stretch/>
        </p:blipFill>
        <p:spPr>
          <a:xfrm>
            <a:off x="9388168" y="5732725"/>
            <a:ext cx="2250000" cy="576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092D3C4-1570-44BA-83C2-B02B4D8EC256}"/>
              </a:ext>
            </a:extLst>
          </p:cNvPr>
          <p:cNvSpPr txBox="1"/>
          <p:nvPr/>
        </p:nvSpPr>
        <p:spPr>
          <a:xfrm>
            <a:off x="8624869" y="1312313"/>
            <a:ext cx="276999" cy="6911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de-DE" sz="600" dirty="0">
                <a:solidFill>
                  <a:schemeClr val="bg1"/>
                </a:solidFill>
              </a:rPr>
              <a:t>© Philipp Arnoldt</a:t>
            </a:r>
          </a:p>
        </p:txBody>
      </p:sp>
    </p:spTree>
    <p:extLst>
      <p:ext uri="{BB962C8B-B14F-4D97-AF65-F5344CB8AC3E}">
        <p14:creationId xmlns:p14="http://schemas.microsoft.com/office/powerpoint/2010/main" val="66884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91E010B-877E-604A-96C7-32EFC5B57054}"/>
              </a:ext>
            </a:extLst>
          </p:cNvPr>
          <p:cNvSpPr txBox="1"/>
          <p:nvPr/>
        </p:nvSpPr>
        <p:spPr>
          <a:xfrm>
            <a:off x="550801" y="4973943"/>
            <a:ext cx="832807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Titel der Präsentation / Thema </a:t>
            </a:r>
            <a:b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2-zeilig möglich, Arial Regular 30pt, ZA: 36 </a:t>
            </a:r>
            <a:r>
              <a:rPr lang="de-DE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endParaRPr lang="de-DE" sz="3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FB4931-3EF5-3045-BA3B-F8959781C0D1}"/>
              </a:ext>
            </a:extLst>
          </p:cNvPr>
          <p:cNvSpPr txBox="1"/>
          <p:nvPr/>
        </p:nvSpPr>
        <p:spPr>
          <a:xfrm>
            <a:off x="550801" y="6085778"/>
            <a:ext cx="8328079" cy="2833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 Mustermann | Fachgebiet | Anlass der Präsentation | </a:t>
            </a:r>
            <a:fld id="{0F6880AF-F197-8546-A084-1C3550DC2BAA}" type="datetime4">
              <a:rPr lang="de-DE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16. Juni 2025</a:t>
            </a:fld>
            <a:endParaRPr lang="de-DE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Bildplatzhalter 8">
            <a:extLst>
              <a:ext uri="{FF2B5EF4-FFF2-40B4-BE49-F238E27FC236}">
                <a16:creationId xmlns:a16="http://schemas.microsoft.com/office/drawing/2014/main" id="{141C853B-93AB-0D46-AC3B-23F54D208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" r="344"/>
          <a:stretch/>
        </p:blipFill>
        <p:spPr>
          <a:xfrm>
            <a:off x="9388168" y="5732725"/>
            <a:ext cx="2250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7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3913C5CE-83A0-B44C-9181-4118DEE6BC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105368-A57B-B34E-B39D-3298810339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DDBDE21-4AC1-EB4D-9875-252AE5A899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6090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3D788EC-E749-5C4A-AF41-807090A12B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E7230B-9DFC-1045-A544-B8628C247A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E443C7D-AF88-AA4B-A5FB-1EFDB25CE6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914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FF2F4EC-C20B-1E43-BE9F-59A8585619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394C4D9-2975-504D-8952-FF2A67C2FD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0188BC-6CD0-AD4B-A4FB-7A918BB1E4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102092"/>
      </p:ext>
    </p:extLst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Rülicke-Ahrens, Janine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</cp:coreProperties>
</file>